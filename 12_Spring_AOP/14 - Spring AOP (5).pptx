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76" r:id="rId13"/>
    <p:sldId id="267" r:id="rId14"/>
    <p:sldId id="268" r:id="rId15"/>
    <p:sldId id="277" r:id="rId16"/>
    <p:sldId id="269" r:id="rId17"/>
    <p:sldId id="271" r:id="rId18"/>
    <p:sldId id="272" r:id="rId19"/>
    <p:sldId id="273" r:id="rId20"/>
    <p:sldId id="274" r:id="rId21"/>
    <p:sldId id="275" r:id="rId22"/>
  </p:sldIdLst>
  <p:sldSz cx="10693400" cy="7562850"/>
  <p:notesSz cx="10693400" cy="7562850"/>
  <p:embeddedFontLst>
    <p:embeddedFont>
      <p:font typeface="Arial Unicode MS" panose="020B0604020202020204" pitchFamily="34" charset="-128"/>
      <p:regular r:id="rId24"/>
    </p:embeddedFont>
    <p:embeddedFont>
      <p:font typeface="Century Gothic" panose="020B0502020202020204" pitchFamily="34" charset="0"/>
      <p:regular r:id="rId25"/>
      <p:bold r:id="rId26"/>
      <p:italic r:id="rId27"/>
      <p:boldItalic r:id="rId28"/>
    </p:embeddedFont>
    <p:embeddedFont>
      <p:font typeface="Consolas" panose="020B0609020204030204" pitchFamily="49"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2382">
          <p15:clr>
            <a:srgbClr val="A4A3A4"/>
          </p15:clr>
        </p15:guide>
        <p15:guide id="2" pos="3368">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5" roundtripDataSignature="AMtx7mi8984QORElzv0FqcYozeE8d7g5G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020DAB5-F8CF-416D-A7A9-38FACEB55415}">
  <a:tblStyle styleId="{6020DAB5-F8CF-416D-A7A9-38FACEB55415}" styleName="Table_0">
    <a:wholeTbl>
      <a:tcTxStyle b="off" i="off">
        <a:font>
          <a:latin typeface="Calibri"/>
          <a:ea typeface="Calibri"/>
          <a:cs typeface="Calibri"/>
        </a:font>
        <a:schemeClr val="dk1"/>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chemeClr val="accent1"/>
              </a:solidFill>
              <a:prstDash val="solid"/>
              <a:round/>
              <a:headEnd type="none" w="sm" len="sm"/>
              <a:tailEnd type="none" w="sm" len="sm"/>
            </a:ln>
          </a:insideH>
          <a:insideV>
            <a:ln w="9525" cap="flat" cmpd="sng">
              <a:solidFill>
                <a:schemeClr val="accent1"/>
              </a:solidFill>
              <a:prstDash val="solid"/>
              <a:round/>
              <a:headEnd type="none" w="sm" len="sm"/>
              <a:tailEnd type="none" w="sm" len="sm"/>
            </a:ln>
          </a:insideV>
        </a:tcBdr>
        <a:fill>
          <a:solidFill>
            <a:srgbClr val="FFFFFF">
              <a:alpha val="0"/>
            </a:srgbClr>
          </a:solidFill>
        </a:fill>
      </a:tcStyle>
    </a:wholeTbl>
    <a:band1H>
      <a:tcTxStyle b="off" i="off"/>
      <a:tcStyle>
        <a:tcBdr/>
        <a:fill>
          <a:solidFill>
            <a:schemeClr val="accent1">
              <a:alpha val="40000"/>
            </a:schemeClr>
          </a:solidFill>
        </a:fill>
      </a:tcStyle>
    </a:band1H>
    <a:band2H>
      <a:tcTxStyle b="off" i="off"/>
      <a:tcStyle>
        <a:tcBdr/>
      </a:tcStyle>
    </a:band2H>
    <a:band1V>
      <a:tcTxStyle b="off" i="off"/>
      <a:tcStyle>
        <a:tcBdr>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tcBdr>
        <a:fill>
          <a:solidFill>
            <a:schemeClr val="accent1">
              <a:alpha val="40000"/>
            </a:schemeClr>
          </a:solidFill>
        </a:fill>
      </a:tcStyle>
    </a:band1V>
    <a:band2V>
      <a:tcTxStyle b="off" i="off"/>
      <a:tcStyle>
        <a:tcBdr/>
      </a:tcStyle>
    </a:band2V>
    <a:lastCol>
      <a:tcTxStyle b="on" i="off"/>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chemeClr val="accent1"/>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lastCol>
    <a:firstCol>
      <a:tcTxStyle b="on" i="off"/>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chemeClr val="accent1"/>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firstCol>
    <a:lastRow>
      <a:tcTxStyle b="on" i="off"/>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l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2" d="100"/>
          <a:sy n="72" d="100"/>
        </p:scale>
        <p:origin x="1411" y="43"/>
      </p:cViewPr>
      <p:guideLst>
        <p:guide orient="horz" pos="2880"/>
        <p:guide pos="216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382"/>
        <p:guide pos="336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tableStyles" Target="tableStyles.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4633913" cy="379413"/>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6057900" y="0"/>
            <a:ext cx="4632325" cy="379413"/>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543300" y="946150"/>
            <a:ext cx="3606800" cy="2551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1069975" y="3640138"/>
            <a:ext cx="8553450" cy="29781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7183438"/>
            <a:ext cx="4633913" cy="379412"/>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8632849" y="7210449"/>
            <a:ext cx="1500198" cy="166712"/>
          </a:xfrm>
          <a:prstGeom prst="rect">
            <a:avLst/>
          </a:prstGeom>
          <a:noFill/>
          <a:ln>
            <a:noFill/>
          </a:ln>
        </p:spPr>
        <p:txBody>
          <a:bodyPr spcFirstLastPara="1" wrap="square" lIns="0" tIns="0" rIns="0" bIns="0" anchor="t" anchorCtr="0">
            <a:spAutoFit/>
          </a:bodyPr>
          <a:lstStyle/>
          <a:p>
            <a:pPr marL="186690" marR="0" lvl="0" indent="0" algn="l" rtl="0">
              <a:lnSpc>
                <a:spcPct val="110416"/>
              </a:lnSpc>
              <a:spcBef>
                <a:spcPts val="0"/>
              </a:spcBef>
              <a:spcAft>
                <a:spcPts val="0"/>
              </a:spcAft>
              <a:buClr>
                <a:srgbClr val="000000"/>
              </a:buClr>
              <a:buSzPts val="1200"/>
              <a:buFont typeface="Arial"/>
              <a:buNone/>
            </a:pPr>
            <a:fld id="{00000000-1234-1234-1234-123412341234}" type="slidenum">
              <a:rPr lang="fr-FR" sz="1200" b="0" i="0" u="none" strike="noStrike" cap="none">
                <a:solidFill>
                  <a:schemeClr val="accent1"/>
                </a:solidFill>
                <a:latin typeface="Arial"/>
                <a:ea typeface="Arial"/>
                <a:cs typeface="Arial"/>
                <a:sym typeface="Arial"/>
              </a:rPr>
              <a:t>‹N°›</a:t>
            </a:fld>
            <a:endParaRPr sz="1200" b="0" i="0" u="none" strike="noStrike" cap="none">
              <a:solidFill>
                <a:schemeClr val="accen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p1:notes"/>
          <p:cNvSpPr>
            <a:spLocks noGrp="1" noRot="1" noChangeAspect="1"/>
          </p:cNvSpPr>
          <p:nvPr>
            <p:ph type="sldImg" idx="2"/>
          </p:nvPr>
        </p:nvSpPr>
        <p:spPr>
          <a:xfrm>
            <a:off x="3543300" y="946150"/>
            <a:ext cx="3606800" cy="2551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 name="Google Shape;24;p1:notes"/>
          <p:cNvSpPr txBox="1">
            <a:spLocks noGrp="1"/>
          </p:cNvSpPr>
          <p:nvPr>
            <p:ph type="body" idx="1"/>
          </p:nvPr>
        </p:nvSpPr>
        <p:spPr>
          <a:xfrm>
            <a:off x="1069975" y="3640138"/>
            <a:ext cx="8553450" cy="297815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300"/>
              <a:buFont typeface="Calibri"/>
              <a:buNone/>
            </a:pPr>
            <a:endParaRPr/>
          </a:p>
        </p:txBody>
      </p:sp>
      <p:sp>
        <p:nvSpPr>
          <p:cNvPr id="25" name="Google Shape;25;p1:notes"/>
          <p:cNvSpPr txBox="1">
            <a:spLocks noGrp="1"/>
          </p:cNvSpPr>
          <p:nvPr>
            <p:ph type="sldNum" idx="12"/>
          </p:nvPr>
        </p:nvSpPr>
        <p:spPr>
          <a:xfrm>
            <a:off x="6057900" y="7183438"/>
            <a:ext cx="4632325" cy="3794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fr-FR" sz="1800" b="0" i="0" u="none" strike="noStrike" cap="none">
                <a:solidFill>
                  <a:srgbClr val="000000"/>
                </a:solidFill>
              </a:rPr>
              <a:t>1</a:t>
            </a:fld>
            <a:endParaRPr sz="1800" b="0" i="0" u="none" strike="noStrike" cap="none">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2:notes"/>
          <p:cNvSpPr>
            <a:spLocks noGrp="1" noRot="1" noChangeAspect="1"/>
          </p:cNvSpPr>
          <p:nvPr>
            <p:ph type="sldImg" idx="2"/>
          </p:nvPr>
        </p:nvSpPr>
        <p:spPr>
          <a:xfrm>
            <a:off x="3543300" y="946150"/>
            <a:ext cx="3606800" cy="2551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 name="Google Shape;34;p2:notes"/>
          <p:cNvSpPr txBox="1">
            <a:spLocks noGrp="1"/>
          </p:cNvSpPr>
          <p:nvPr>
            <p:ph type="body" idx="1"/>
          </p:nvPr>
        </p:nvSpPr>
        <p:spPr>
          <a:xfrm>
            <a:off x="1069975" y="3640138"/>
            <a:ext cx="8553450" cy="297815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300"/>
              <a:buFont typeface="Calibri"/>
              <a:buNone/>
            </a:pPr>
            <a:endParaRPr/>
          </a:p>
        </p:txBody>
      </p:sp>
      <p:sp>
        <p:nvSpPr>
          <p:cNvPr id="35" name="Google Shape;35;p2:notes"/>
          <p:cNvSpPr txBox="1">
            <a:spLocks noGrp="1"/>
          </p:cNvSpPr>
          <p:nvPr>
            <p:ph type="sldNum" idx="12"/>
          </p:nvPr>
        </p:nvSpPr>
        <p:spPr>
          <a:xfrm>
            <a:off x="6057900" y="7183438"/>
            <a:ext cx="4632325" cy="3794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fr-FR" sz="1800" b="0" i="0" u="none" strike="noStrike" cap="none">
                <a:solidFill>
                  <a:srgbClr val="000000"/>
                </a:solidFill>
              </a:rPr>
              <a:t>2</a:t>
            </a:fld>
            <a:endParaRPr sz="1800" b="0" i="0" u="none" strike="noStrike" cap="none">
              <a:solidFill>
                <a:srgbClr val="000000"/>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3:notes"/>
          <p:cNvSpPr>
            <a:spLocks noGrp="1" noRot="1" noChangeAspect="1"/>
          </p:cNvSpPr>
          <p:nvPr>
            <p:ph type="sldImg" idx="2"/>
          </p:nvPr>
        </p:nvSpPr>
        <p:spPr>
          <a:xfrm>
            <a:off x="3543300" y="946150"/>
            <a:ext cx="3606800" cy="2551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3:notes"/>
          <p:cNvSpPr txBox="1">
            <a:spLocks noGrp="1"/>
          </p:cNvSpPr>
          <p:nvPr>
            <p:ph type="body" idx="1"/>
          </p:nvPr>
        </p:nvSpPr>
        <p:spPr>
          <a:xfrm>
            <a:off x="1069975" y="3640138"/>
            <a:ext cx="8553450" cy="297815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300"/>
              <a:buFont typeface="Calibri"/>
              <a:buNone/>
            </a:pPr>
            <a:endParaRPr/>
          </a:p>
        </p:txBody>
      </p:sp>
      <p:sp>
        <p:nvSpPr>
          <p:cNvPr id="43" name="Google Shape;43;p3:notes"/>
          <p:cNvSpPr txBox="1">
            <a:spLocks noGrp="1"/>
          </p:cNvSpPr>
          <p:nvPr>
            <p:ph type="sldNum" idx="12"/>
          </p:nvPr>
        </p:nvSpPr>
        <p:spPr>
          <a:xfrm>
            <a:off x="6057900" y="7183438"/>
            <a:ext cx="4632325" cy="3794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fr-FR" sz="1800" b="0" i="0" u="none" strike="noStrike" cap="none">
                <a:solidFill>
                  <a:srgbClr val="000000"/>
                </a:solidFill>
              </a:rPr>
              <a:t>3</a:t>
            </a:fld>
            <a:endParaRPr sz="1800" b="0" i="0" u="none" strike="noStrike" cap="none">
              <a:solidFill>
                <a:srgbClr val="000000"/>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4:notes"/>
          <p:cNvSpPr>
            <a:spLocks noGrp="1" noRot="1" noChangeAspect="1"/>
          </p:cNvSpPr>
          <p:nvPr>
            <p:ph type="sldImg" idx="2"/>
          </p:nvPr>
        </p:nvSpPr>
        <p:spPr>
          <a:xfrm>
            <a:off x="3543300" y="946150"/>
            <a:ext cx="3606800" cy="2551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 name="Google Shape;50;p4:notes"/>
          <p:cNvSpPr txBox="1">
            <a:spLocks noGrp="1"/>
          </p:cNvSpPr>
          <p:nvPr>
            <p:ph type="body" idx="1"/>
          </p:nvPr>
        </p:nvSpPr>
        <p:spPr>
          <a:xfrm>
            <a:off x="1069975" y="3640138"/>
            <a:ext cx="8553450" cy="297815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300"/>
              <a:buFont typeface="Calibri"/>
              <a:buNone/>
            </a:pPr>
            <a:endParaRPr/>
          </a:p>
        </p:txBody>
      </p:sp>
      <p:sp>
        <p:nvSpPr>
          <p:cNvPr id="51" name="Google Shape;51;p4:notes"/>
          <p:cNvSpPr txBox="1">
            <a:spLocks noGrp="1"/>
          </p:cNvSpPr>
          <p:nvPr>
            <p:ph type="sldNum" idx="12"/>
          </p:nvPr>
        </p:nvSpPr>
        <p:spPr>
          <a:xfrm>
            <a:off x="6057900" y="7183438"/>
            <a:ext cx="4632325" cy="3794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fr-FR" sz="1800" b="0" i="0" u="none" strike="noStrike" cap="none">
                <a:solidFill>
                  <a:srgbClr val="000000"/>
                </a:solidFill>
              </a:rPr>
              <a:t>4</a:t>
            </a:fld>
            <a:endParaRPr sz="1800" b="0" i="0" u="none" strike="noStrike" cap="none">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5:notes"/>
          <p:cNvSpPr>
            <a:spLocks noGrp="1" noRot="1" noChangeAspect="1"/>
          </p:cNvSpPr>
          <p:nvPr>
            <p:ph type="sldImg" idx="2"/>
          </p:nvPr>
        </p:nvSpPr>
        <p:spPr>
          <a:xfrm>
            <a:off x="3543300" y="946150"/>
            <a:ext cx="3606800" cy="2551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 name="Google Shape;58;p5:notes"/>
          <p:cNvSpPr txBox="1">
            <a:spLocks noGrp="1"/>
          </p:cNvSpPr>
          <p:nvPr>
            <p:ph type="body" idx="1"/>
          </p:nvPr>
        </p:nvSpPr>
        <p:spPr>
          <a:xfrm>
            <a:off x="1069975" y="3640138"/>
            <a:ext cx="8553450" cy="297815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300"/>
              <a:buFont typeface="Calibri"/>
              <a:buNone/>
            </a:pPr>
            <a:endParaRPr/>
          </a:p>
        </p:txBody>
      </p:sp>
      <p:sp>
        <p:nvSpPr>
          <p:cNvPr id="59" name="Google Shape;59;p5:notes"/>
          <p:cNvSpPr txBox="1">
            <a:spLocks noGrp="1"/>
          </p:cNvSpPr>
          <p:nvPr>
            <p:ph type="sldNum" idx="12"/>
          </p:nvPr>
        </p:nvSpPr>
        <p:spPr>
          <a:xfrm>
            <a:off x="6057900" y="7183438"/>
            <a:ext cx="4632325" cy="3794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fr-FR" sz="1800" b="0" i="0" u="none" strike="noStrike" cap="none">
                <a:solidFill>
                  <a:srgbClr val="000000"/>
                </a:solidFill>
              </a:rPr>
              <a:t>5</a:t>
            </a:fld>
            <a:endParaRPr sz="1800" b="0" i="0" u="none" strike="noStrike" cap="none">
              <a:solidFill>
                <a:srgbClr val="000000"/>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6:notes"/>
          <p:cNvSpPr>
            <a:spLocks noGrp="1" noRot="1" noChangeAspect="1"/>
          </p:cNvSpPr>
          <p:nvPr>
            <p:ph type="sldImg" idx="2"/>
          </p:nvPr>
        </p:nvSpPr>
        <p:spPr>
          <a:xfrm>
            <a:off x="3543300" y="946150"/>
            <a:ext cx="3606800" cy="2551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 name="Google Shape;66;p6:notes"/>
          <p:cNvSpPr txBox="1">
            <a:spLocks noGrp="1"/>
          </p:cNvSpPr>
          <p:nvPr>
            <p:ph type="body" idx="1"/>
          </p:nvPr>
        </p:nvSpPr>
        <p:spPr>
          <a:xfrm>
            <a:off x="1069975" y="3640138"/>
            <a:ext cx="8553450" cy="297815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300"/>
              <a:buFont typeface="Calibri"/>
              <a:buNone/>
            </a:pPr>
            <a:endParaRPr/>
          </a:p>
        </p:txBody>
      </p:sp>
      <p:sp>
        <p:nvSpPr>
          <p:cNvPr id="67" name="Google Shape;67;p6:notes"/>
          <p:cNvSpPr txBox="1">
            <a:spLocks noGrp="1"/>
          </p:cNvSpPr>
          <p:nvPr>
            <p:ph type="sldNum" idx="12"/>
          </p:nvPr>
        </p:nvSpPr>
        <p:spPr>
          <a:xfrm>
            <a:off x="6057900" y="7183438"/>
            <a:ext cx="4632325" cy="3794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fr-FR" sz="1800" b="0" i="0" u="none" strike="noStrike" cap="none">
                <a:solidFill>
                  <a:srgbClr val="000000"/>
                </a:solidFill>
              </a:rPr>
              <a:t>6</a:t>
            </a:fld>
            <a:endParaRPr sz="1800" b="0" i="0" u="none" strike="noStrike" cap="none">
              <a:solidFill>
                <a:srgbClr val="000000"/>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7:notes"/>
          <p:cNvSpPr>
            <a:spLocks noGrp="1" noRot="1" noChangeAspect="1"/>
          </p:cNvSpPr>
          <p:nvPr>
            <p:ph type="sldImg" idx="2"/>
          </p:nvPr>
        </p:nvSpPr>
        <p:spPr>
          <a:xfrm>
            <a:off x="3543300" y="946150"/>
            <a:ext cx="3606800" cy="2551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 name="Google Shape;74;p7:notes"/>
          <p:cNvSpPr txBox="1">
            <a:spLocks noGrp="1"/>
          </p:cNvSpPr>
          <p:nvPr>
            <p:ph type="body" idx="1"/>
          </p:nvPr>
        </p:nvSpPr>
        <p:spPr>
          <a:xfrm>
            <a:off x="1069975" y="3640138"/>
            <a:ext cx="8553450" cy="297815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300"/>
              <a:buFont typeface="Calibri"/>
              <a:buNone/>
            </a:pPr>
            <a:endParaRPr/>
          </a:p>
        </p:txBody>
      </p:sp>
      <p:sp>
        <p:nvSpPr>
          <p:cNvPr id="75" name="Google Shape;75;p7:notes"/>
          <p:cNvSpPr txBox="1">
            <a:spLocks noGrp="1"/>
          </p:cNvSpPr>
          <p:nvPr>
            <p:ph type="sldNum" idx="12"/>
          </p:nvPr>
        </p:nvSpPr>
        <p:spPr>
          <a:xfrm>
            <a:off x="6057900" y="7183438"/>
            <a:ext cx="4632325" cy="3794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fr-FR" sz="1800" b="0" i="0" u="none" strike="noStrike" cap="none">
                <a:solidFill>
                  <a:srgbClr val="000000"/>
                </a:solidFill>
              </a:rPr>
              <a:t>7</a:t>
            </a:fld>
            <a:endParaRPr sz="1800" b="0" i="0" u="none" strike="noStrike" cap="none">
              <a:solidFill>
                <a:srgbClr val="000000"/>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8:notes"/>
          <p:cNvSpPr>
            <a:spLocks noGrp="1" noRot="1" noChangeAspect="1"/>
          </p:cNvSpPr>
          <p:nvPr>
            <p:ph type="sldImg" idx="2"/>
          </p:nvPr>
        </p:nvSpPr>
        <p:spPr>
          <a:xfrm>
            <a:off x="3543300" y="946150"/>
            <a:ext cx="3606800" cy="2551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 name="Google Shape;82;p8:notes"/>
          <p:cNvSpPr txBox="1">
            <a:spLocks noGrp="1"/>
          </p:cNvSpPr>
          <p:nvPr>
            <p:ph type="body" idx="1"/>
          </p:nvPr>
        </p:nvSpPr>
        <p:spPr>
          <a:xfrm>
            <a:off x="1069975" y="3640138"/>
            <a:ext cx="8553450" cy="297815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300"/>
              <a:buFont typeface="Calibri"/>
              <a:buNone/>
            </a:pPr>
            <a:endParaRPr/>
          </a:p>
        </p:txBody>
      </p:sp>
      <p:sp>
        <p:nvSpPr>
          <p:cNvPr id="83" name="Google Shape;83;p8:notes"/>
          <p:cNvSpPr txBox="1">
            <a:spLocks noGrp="1"/>
          </p:cNvSpPr>
          <p:nvPr>
            <p:ph type="sldNum" idx="12"/>
          </p:nvPr>
        </p:nvSpPr>
        <p:spPr>
          <a:xfrm>
            <a:off x="6057900" y="7183438"/>
            <a:ext cx="4632325" cy="3794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fr-FR" sz="1800" b="0" i="0" u="none" strike="noStrike" cap="none">
                <a:solidFill>
                  <a:srgbClr val="000000"/>
                </a:solidFill>
              </a:rPr>
              <a:t>8</a:t>
            </a:fld>
            <a:endParaRPr sz="1800" b="0" i="0" u="none" strike="noStrike" cap="none">
              <a:solidFill>
                <a:srgbClr val="000000"/>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9:notes"/>
          <p:cNvSpPr>
            <a:spLocks noGrp="1" noRot="1" noChangeAspect="1"/>
          </p:cNvSpPr>
          <p:nvPr>
            <p:ph type="sldImg" idx="2"/>
          </p:nvPr>
        </p:nvSpPr>
        <p:spPr>
          <a:xfrm>
            <a:off x="3543300" y="946150"/>
            <a:ext cx="3606800" cy="2551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9:notes"/>
          <p:cNvSpPr txBox="1">
            <a:spLocks noGrp="1"/>
          </p:cNvSpPr>
          <p:nvPr>
            <p:ph type="body" idx="1"/>
          </p:nvPr>
        </p:nvSpPr>
        <p:spPr>
          <a:xfrm>
            <a:off x="1069975" y="3640138"/>
            <a:ext cx="8553450" cy="297815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300"/>
              <a:buFont typeface="Calibri"/>
              <a:buNone/>
            </a:pPr>
            <a:endParaRPr/>
          </a:p>
        </p:txBody>
      </p:sp>
      <p:sp>
        <p:nvSpPr>
          <p:cNvPr id="91" name="Google Shape;91;p9:notes"/>
          <p:cNvSpPr txBox="1">
            <a:spLocks noGrp="1"/>
          </p:cNvSpPr>
          <p:nvPr>
            <p:ph type="sldNum" idx="12"/>
          </p:nvPr>
        </p:nvSpPr>
        <p:spPr>
          <a:xfrm>
            <a:off x="6057900" y="7183438"/>
            <a:ext cx="4632325" cy="3794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fr-FR" sz="1800" b="0" i="0" u="none" strike="noStrike" cap="none">
                <a:solidFill>
                  <a:srgbClr val="000000"/>
                </a:solidFill>
              </a:rPr>
              <a:t>9</a:t>
            </a:fld>
            <a:endParaRPr sz="1800" b="0" i="0" u="none" strike="noStrike" cap="none">
              <a:solidFill>
                <a:srgbClr val="000000"/>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0:notes"/>
          <p:cNvSpPr>
            <a:spLocks noGrp="1" noRot="1" noChangeAspect="1"/>
          </p:cNvSpPr>
          <p:nvPr>
            <p:ph type="sldImg" idx="2"/>
          </p:nvPr>
        </p:nvSpPr>
        <p:spPr>
          <a:xfrm>
            <a:off x="3543300" y="946150"/>
            <a:ext cx="3606800" cy="2551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10:notes"/>
          <p:cNvSpPr txBox="1">
            <a:spLocks noGrp="1"/>
          </p:cNvSpPr>
          <p:nvPr>
            <p:ph type="body" idx="1"/>
          </p:nvPr>
        </p:nvSpPr>
        <p:spPr>
          <a:xfrm>
            <a:off x="1069975" y="3640138"/>
            <a:ext cx="8553450" cy="297815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300"/>
              <a:buFont typeface="Calibri"/>
              <a:buNone/>
            </a:pPr>
            <a:endParaRPr/>
          </a:p>
        </p:txBody>
      </p:sp>
      <p:sp>
        <p:nvSpPr>
          <p:cNvPr id="99" name="Google Shape;99;p10:notes"/>
          <p:cNvSpPr txBox="1">
            <a:spLocks noGrp="1"/>
          </p:cNvSpPr>
          <p:nvPr>
            <p:ph type="sldNum" idx="12"/>
          </p:nvPr>
        </p:nvSpPr>
        <p:spPr>
          <a:xfrm>
            <a:off x="6057900" y="7183438"/>
            <a:ext cx="4632325" cy="3794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fr-FR" sz="1800" b="0" i="0" u="none" strike="noStrike" cap="none">
                <a:solidFill>
                  <a:srgbClr val="000000"/>
                </a:solidFill>
              </a:rPr>
              <a:t>10</a:t>
            </a:fld>
            <a:endParaRPr sz="1800" b="0" i="0" u="none" strike="noStrike" cap="none">
              <a:solidFill>
                <a:srgbClr val="000000"/>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1:notes"/>
          <p:cNvSpPr>
            <a:spLocks noGrp="1" noRot="1" noChangeAspect="1"/>
          </p:cNvSpPr>
          <p:nvPr>
            <p:ph type="sldImg" idx="2"/>
          </p:nvPr>
        </p:nvSpPr>
        <p:spPr>
          <a:xfrm>
            <a:off x="3543300" y="946150"/>
            <a:ext cx="3606800" cy="2551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11:notes"/>
          <p:cNvSpPr txBox="1">
            <a:spLocks noGrp="1"/>
          </p:cNvSpPr>
          <p:nvPr>
            <p:ph type="body" idx="1"/>
          </p:nvPr>
        </p:nvSpPr>
        <p:spPr>
          <a:xfrm>
            <a:off x="1069975" y="3640138"/>
            <a:ext cx="8553450" cy="297815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300"/>
              <a:buFont typeface="Calibri"/>
              <a:buNone/>
            </a:pPr>
            <a:endParaRPr/>
          </a:p>
        </p:txBody>
      </p:sp>
      <p:sp>
        <p:nvSpPr>
          <p:cNvPr id="107" name="Google Shape;107;p11:notes"/>
          <p:cNvSpPr txBox="1">
            <a:spLocks noGrp="1"/>
          </p:cNvSpPr>
          <p:nvPr>
            <p:ph type="sldNum" idx="12"/>
          </p:nvPr>
        </p:nvSpPr>
        <p:spPr>
          <a:xfrm>
            <a:off x="6057900" y="7183438"/>
            <a:ext cx="4632325" cy="3794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fr-FR" sz="1800" b="0" i="0" u="none" strike="noStrike" cap="none">
                <a:solidFill>
                  <a:srgbClr val="000000"/>
                </a:solidFill>
              </a:rPr>
              <a:t>11</a:t>
            </a:fld>
            <a:endParaRPr sz="1800" b="0" i="0" u="none" strike="noStrike" cap="none">
              <a:solidFill>
                <a:srgbClr val="000000"/>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1:notes"/>
          <p:cNvSpPr>
            <a:spLocks noGrp="1" noRot="1" noChangeAspect="1"/>
          </p:cNvSpPr>
          <p:nvPr>
            <p:ph type="sldImg" idx="2"/>
          </p:nvPr>
        </p:nvSpPr>
        <p:spPr>
          <a:xfrm>
            <a:off x="3543300" y="946150"/>
            <a:ext cx="3606800" cy="2551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11:notes"/>
          <p:cNvSpPr txBox="1">
            <a:spLocks noGrp="1"/>
          </p:cNvSpPr>
          <p:nvPr>
            <p:ph type="body" idx="1"/>
          </p:nvPr>
        </p:nvSpPr>
        <p:spPr>
          <a:xfrm>
            <a:off x="1069975" y="3640138"/>
            <a:ext cx="8553450" cy="297815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300"/>
              <a:buFont typeface="Calibri"/>
              <a:buNone/>
            </a:pPr>
            <a:endParaRPr/>
          </a:p>
        </p:txBody>
      </p:sp>
      <p:sp>
        <p:nvSpPr>
          <p:cNvPr id="107" name="Google Shape;107;p11:notes"/>
          <p:cNvSpPr txBox="1">
            <a:spLocks noGrp="1"/>
          </p:cNvSpPr>
          <p:nvPr>
            <p:ph type="sldNum" idx="12"/>
          </p:nvPr>
        </p:nvSpPr>
        <p:spPr>
          <a:xfrm>
            <a:off x="6057900" y="7183438"/>
            <a:ext cx="4632325" cy="3794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fr-FR" sz="1800" b="0" i="0" u="none" strike="noStrike" cap="none">
                <a:solidFill>
                  <a:srgbClr val="000000"/>
                </a:solidFill>
              </a:rPr>
              <a:t>12</a:t>
            </a:fld>
            <a:endParaRPr sz="1800" b="0" i="0" u="none" strike="noStrike" cap="none">
              <a:solidFill>
                <a:srgbClr val="000000"/>
              </a:solidFill>
            </a:endParaRPr>
          </a:p>
        </p:txBody>
      </p:sp>
    </p:spTree>
    <p:extLst>
      <p:ext uri="{BB962C8B-B14F-4D97-AF65-F5344CB8AC3E}">
        <p14:creationId xmlns:p14="http://schemas.microsoft.com/office/powerpoint/2010/main" val="7762727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12:notes"/>
          <p:cNvSpPr>
            <a:spLocks noGrp="1" noRot="1" noChangeAspect="1"/>
          </p:cNvSpPr>
          <p:nvPr>
            <p:ph type="sldImg" idx="2"/>
          </p:nvPr>
        </p:nvSpPr>
        <p:spPr>
          <a:xfrm>
            <a:off x="3543300" y="946150"/>
            <a:ext cx="3606800" cy="2551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p12:notes"/>
          <p:cNvSpPr txBox="1">
            <a:spLocks noGrp="1"/>
          </p:cNvSpPr>
          <p:nvPr>
            <p:ph type="body" idx="1"/>
          </p:nvPr>
        </p:nvSpPr>
        <p:spPr>
          <a:xfrm>
            <a:off x="1069975" y="3640138"/>
            <a:ext cx="8553450" cy="297815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300"/>
              <a:buFont typeface="Calibri"/>
              <a:buNone/>
            </a:pPr>
            <a:endParaRPr/>
          </a:p>
        </p:txBody>
      </p:sp>
      <p:sp>
        <p:nvSpPr>
          <p:cNvPr id="115" name="Google Shape;115;p12:notes"/>
          <p:cNvSpPr txBox="1">
            <a:spLocks noGrp="1"/>
          </p:cNvSpPr>
          <p:nvPr>
            <p:ph type="sldNum" idx="12"/>
          </p:nvPr>
        </p:nvSpPr>
        <p:spPr>
          <a:xfrm>
            <a:off x="6057900" y="7183438"/>
            <a:ext cx="4632325" cy="3794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fr-FR" sz="1800" b="0" i="0" u="none" strike="noStrike" cap="none">
                <a:solidFill>
                  <a:srgbClr val="000000"/>
                </a:solidFill>
              </a:rPr>
              <a:t>13</a:t>
            </a:fld>
            <a:endParaRPr sz="1800" b="0" i="0" u="none" strike="noStrike" cap="none">
              <a:solidFill>
                <a:srgbClr val="000000"/>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3:notes"/>
          <p:cNvSpPr>
            <a:spLocks noGrp="1" noRot="1" noChangeAspect="1"/>
          </p:cNvSpPr>
          <p:nvPr>
            <p:ph type="sldImg" idx="2"/>
          </p:nvPr>
        </p:nvSpPr>
        <p:spPr>
          <a:xfrm>
            <a:off x="3543300" y="946150"/>
            <a:ext cx="3606800" cy="2551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p13:notes"/>
          <p:cNvSpPr txBox="1">
            <a:spLocks noGrp="1"/>
          </p:cNvSpPr>
          <p:nvPr>
            <p:ph type="body" idx="1"/>
          </p:nvPr>
        </p:nvSpPr>
        <p:spPr>
          <a:xfrm>
            <a:off x="1069975" y="3640138"/>
            <a:ext cx="8553450" cy="297815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300"/>
              <a:buFont typeface="Calibri"/>
              <a:buNone/>
            </a:pPr>
            <a:endParaRPr/>
          </a:p>
        </p:txBody>
      </p:sp>
      <p:sp>
        <p:nvSpPr>
          <p:cNvPr id="123" name="Google Shape;123;p13:notes"/>
          <p:cNvSpPr txBox="1">
            <a:spLocks noGrp="1"/>
          </p:cNvSpPr>
          <p:nvPr>
            <p:ph type="sldNum" idx="12"/>
          </p:nvPr>
        </p:nvSpPr>
        <p:spPr>
          <a:xfrm>
            <a:off x="6057900" y="7183438"/>
            <a:ext cx="4632325" cy="3794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fr-FR" sz="1800" b="0" i="0" u="none" strike="noStrike" cap="none">
                <a:solidFill>
                  <a:srgbClr val="000000"/>
                </a:solidFill>
              </a:rPr>
              <a:t>14</a:t>
            </a:fld>
            <a:endParaRPr sz="1800" b="0" i="0" u="none" strike="noStrike" cap="none">
              <a:solidFill>
                <a:srgbClr val="000000"/>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3:notes"/>
          <p:cNvSpPr>
            <a:spLocks noGrp="1" noRot="1" noChangeAspect="1"/>
          </p:cNvSpPr>
          <p:nvPr>
            <p:ph type="sldImg" idx="2"/>
          </p:nvPr>
        </p:nvSpPr>
        <p:spPr>
          <a:xfrm>
            <a:off x="3543300" y="946150"/>
            <a:ext cx="3606800" cy="2551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p13:notes"/>
          <p:cNvSpPr txBox="1">
            <a:spLocks noGrp="1"/>
          </p:cNvSpPr>
          <p:nvPr>
            <p:ph type="body" idx="1"/>
          </p:nvPr>
        </p:nvSpPr>
        <p:spPr>
          <a:xfrm>
            <a:off x="1069975" y="3640138"/>
            <a:ext cx="8553450" cy="297815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300"/>
              <a:buFont typeface="Calibri"/>
              <a:buNone/>
            </a:pPr>
            <a:endParaRPr/>
          </a:p>
        </p:txBody>
      </p:sp>
      <p:sp>
        <p:nvSpPr>
          <p:cNvPr id="123" name="Google Shape;123;p13:notes"/>
          <p:cNvSpPr txBox="1">
            <a:spLocks noGrp="1"/>
          </p:cNvSpPr>
          <p:nvPr>
            <p:ph type="sldNum" idx="12"/>
          </p:nvPr>
        </p:nvSpPr>
        <p:spPr>
          <a:xfrm>
            <a:off x="6057900" y="7183438"/>
            <a:ext cx="4632325" cy="3794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fr-FR" sz="1800" b="0" i="0" u="none" strike="noStrike" cap="none">
                <a:solidFill>
                  <a:srgbClr val="000000"/>
                </a:solidFill>
              </a:rPr>
              <a:t>15</a:t>
            </a:fld>
            <a:endParaRPr sz="1800" b="0" i="0" u="none" strike="noStrike" cap="none">
              <a:solidFill>
                <a:srgbClr val="000000"/>
              </a:solidFill>
            </a:endParaRPr>
          </a:p>
        </p:txBody>
      </p:sp>
    </p:spTree>
    <p:extLst>
      <p:ext uri="{BB962C8B-B14F-4D97-AF65-F5344CB8AC3E}">
        <p14:creationId xmlns:p14="http://schemas.microsoft.com/office/powerpoint/2010/main" val="19029641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4:notes"/>
          <p:cNvSpPr>
            <a:spLocks noGrp="1" noRot="1" noChangeAspect="1"/>
          </p:cNvSpPr>
          <p:nvPr>
            <p:ph type="sldImg" idx="2"/>
          </p:nvPr>
        </p:nvSpPr>
        <p:spPr>
          <a:xfrm>
            <a:off x="3543300" y="946150"/>
            <a:ext cx="3606800" cy="2551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4:notes"/>
          <p:cNvSpPr txBox="1">
            <a:spLocks noGrp="1"/>
          </p:cNvSpPr>
          <p:nvPr>
            <p:ph type="body" idx="1"/>
          </p:nvPr>
        </p:nvSpPr>
        <p:spPr>
          <a:xfrm>
            <a:off x="1069975" y="3640138"/>
            <a:ext cx="8553450" cy="297815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300"/>
              <a:buFont typeface="Calibri"/>
              <a:buNone/>
            </a:pPr>
            <a:endParaRPr/>
          </a:p>
        </p:txBody>
      </p:sp>
      <p:sp>
        <p:nvSpPr>
          <p:cNvPr id="131" name="Google Shape;131;p14:notes"/>
          <p:cNvSpPr txBox="1">
            <a:spLocks noGrp="1"/>
          </p:cNvSpPr>
          <p:nvPr>
            <p:ph type="sldNum" idx="12"/>
          </p:nvPr>
        </p:nvSpPr>
        <p:spPr>
          <a:xfrm>
            <a:off x="6057900" y="7183438"/>
            <a:ext cx="4632325" cy="3794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fr-FR" sz="1800" b="0" i="0" u="none" strike="noStrike" cap="none">
                <a:solidFill>
                  <a:srgbClr val="000000"/>
                </a:solidFill>
              </a:rPr>
              <a:t>16</a:t>
            </a:fld>
            <a:endParaRPr sz="1800" b="0" i="0" u="none" strike="noStrike" cap="none">
              <a:solidFill>
                <a:srgbClr val="000000"/>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6:notes"/>
          <p:cNvSpPr>
            <a:spLocks noGrp="1" noRot="1" noChangeAspect="1"/>
          </p:cNvSpPr>
          <p:nvPr>
            <p:ph type="sldImg" idx="2"/>
          </p:nvPr>
        </p:nvSpPr>
        <p:spPr>
          <a:xfrm>
            <a:off x="3543300" y="946150"/>
            <a:ext cx="3606800" cy="2551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6" name="Google Shape;146;p16:notes"/>
          <p:cNvSpPr txBox="1">
            <a:spLocks noGrp="1"/>
          </p:cNvSpPr>
          <p:nvPr>
            <p:ph type="body" idx="1"/>
          </p:nvPr>
        </p:nvSpPr>
        <p:spPr>
          <a:xfrm>
            <a:off x="1069975" y="3640138"/>
            <a:ext cx="8553450" cy="297815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300"/>
              <a:buFont typeface="Calibri"/>
              <a:buNone/>
            </a:pPr>
            <a:endParaRPr/>
          </a:p>
        </p:txBody>
      </p:sp>
      <p:sp>
        <p:nvSpPr>
          <p:cNvPr id="147" name="Google Shape;147;p16:notes"/>
          <p:cNvSpPr txBox="1">
            <a:spLocks noGrp="1"/>
          </p:cNvSpPr>
          <p:nvPr>
            <p:ph type="sldNum" idx="12"/>
          </p:nvPr>
        </p:nvSpPr>
        <p:spPr>
          <a:xfrm>
            <a:off x="6057900" y="7183438"/>
            <a:ext cx="4632325" cy="3794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fr-FR" sz="1800" b="0" i="0" u="none" strike="noStrike" cap="none">
                <a:solidFill>
                  <a:srgbClr val="000000"/>
                </a:solidFill>
              </a:rPr>
              <a:t>17</a:t>
            </a:fld>
            <a:endParaRPr sz="1800" b="0" i="0" u="none" strike="noStrike" cap="none">
              <a:solidFill>
                <a:srgbClr val="000000"/>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7:notes"/>
          <p:cNvSpPr>
            <a:spLocks noGrp="1" noRot="1" noChangeAspect="1"/>
          </p:cNvSpPr>
          <p:nvPr>
            <p:ph type="sldImg" idx="2"/>
          </p:nvPr>
        </p:nvSpPr>
        <p:spPr>
          <a:xfrm>
            <a:off x="3543300" y="946150"/>
            <a:ext cx="3606800" cy="2551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p17:notes"/>
          <p:cNvSpPr txBox="1">
            <a:spLocks noGrp="1"/>
          </p:cNvSpPr>
          <p:nvPr>
            <p:ph type="body" idx="1"/>
          </p:nvPr>
        </p:nvSpPr>
        <p:spPr>
          <a:xfrm>
            <a:off x="1069975" y="3640138"/>
            <a:ext cx="8553450" cy="297815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300"/>
              <a:buFont typeface="Calibri"/>
              <a:buNone/>
            </a:pPr>
            <a:endParaRPr/>
          </a:p>
        </p:txBody>
      </p:sp>
      <p:sp>
        <p:nvSpPr>
          <p:cNvPr id="156" name="Google Shape;156;p17:notes"/>
          <p:cNvSpPr txBox="1">
            <a:spLocks noGrp="1"/>
          </p:cNvSpPr>
          <p:nvPr>
            <p:ph type="sldNum" idx="12"/>
          </p:nvPr>
        </p:nvSpPr>
        <p:spPr>
          <a:xfrm>
            <a:off x="6057900" y="7183438"/>
            <a:ext cx="4632325" cy="3794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fr-FR" sz="1800" b="0" i="0" u="none" strike="noStrike" cap="none">
                <a:solidFill>
                  <a:srgbClr val="000000"/>
                </a:solidFill>
              </a:rPr>
              <a:t>18</a:t>
            </a:fld>
            <a:endParaRPr sz="1800" b="0" i="0" u="none" strike="noStrike" cap="none">
              <a:solidFill>
                <a:srgbClr val="000000"/>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8:notes"/>
          <p:cNvSpPr>
            <a:spLocks noGrp="1" noRot="1" noChangeAspect="1"/>
          </p:cNvSpPr>
          <p:nvPr>
            <p:ph type="sldImg" idx="2"/>
          </p:nvPr>
        </p:nvSpPr>
        <p:spPr>
          <a:xfrm>
            <a:off x="3543300" y="946150"/>
            <a:ext cx="3606800" cy="2551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18:notes"/>
          <p:cNvSpPr txBox="1">
            <a:spLocks noGrp="1"/>
          </p:cNvSpPr>
          <p:nvPr>
            <p:ph type="body" idx="1"/>
          </p:nvPr>
        </p:nvSpPr>
        <p:spPr>
          <a:xfrm>
            <a:off x="1069975" y="3640138"/>
            <a:ext cx="8553450" cy="297815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300"/>
              <a:buFont typeface="Calibri"/>
              <a:buNone/>
            </a:pPr>
            <a:endParaRPr/>
          </a:p>
        </p:txBody>
      </p:sp>
      <p:sp>
        <p:nvSpPr>
          <p:cNvPr id="164" name="Google Shape;164;p18:notes"/>
          <p:cNvSpPr txBox="1">
            <a:spLocks noGrp="1"/>
          </p:cNvSpPr>
          <p:nvPr>
            <p:ph type="sldNum" idx="12"/>
          </p:nvPr>
        </p:nvSpPr>
        <p:spPr>
          <a:xfrm>
            <a:off x="6057900" y="7183438"/>
            <a:ext cx="4632325" cy="3794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fr-FR" sz="1800" b="0" i="0" u="none" strike="noStrike" cap="none">
                <a:solidFill>
                  <a:srgbClr val="000000"/>
                </a:solidFill>
              </a:rPr>
              <a:t>19</a:t>
            </a:fld>
            <a:endParaRPr sz="1800" b="0" i="0" u="none" strike="noStrike" cap="none">
              <a:solidFill>
                <a:srgbClr val="000000"/>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9:notes"/>
          <p:cNvSpPr>
            <a:spLocks noGrp="1" noRot="1" noChangeAspect="1"/>
          </p:cNvSpPr>
          <p:nvPr>
            <p:ph type="sldImg" idx="2"/>
          </p:nvPr>
        </p:nvSpPr>
        <p:spPr>
          <a:xfrm>
            <a:off x="3543300" y="946150"/>
            <a:ext cx="3606800" cy="2551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p19:notes"/>
          <p:cNvSpPr txBox="1">
            <a:spLocks noGrp="1"/>
          </p:cNvSpPr>
          <p:nvPr>
            <p:ph type="body" idx="1"/>
          </p:nvPr>
        </p:nvSpPr>
        <p:spPr>
          <a:xfrm>
            <a:off x="1069975" y="3640138"/>
            <a:ext cx="8553450" cy="297815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300"/>
              <a:buFont typeface="Calibri"/>
              <a:buNone/>
            </a:pPr>
            <a:endParaRPr/>
          </a:p>
        </p:txBody>
      </p:sp>
      <p:sp>
        <p:nvSpPr>
          <p:cNvPr id="172" name="Google Shape;172;p19:notes"/>
          <p:cNvSpPr txBox="1">
            <a:spLocks noGrp="1"/>
          </p:cNvSpPr>
          <p:nvPr>
            <p:ph type="sldNum" idx="12"/>
          </p:nvPr>
        </p:nvSpPr>
        <p:spPr>
          <a:xfrm>
            <a:off x="6057900" y="7183438"/>
            <a:ext cx="4632325" cy="3794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fr-FR" sz="1800" b="0" i="0" u="none" strike="noStrike" cap="none">
                <a:solidFill>
                  <a:srgbClr val="000000"/>
                </a:solidFill>
              </a:rPr>
              <a:t>20</a:t>
            </a:fld>
            <a:endParaRPr sz="1800" b="0" i="0" u="none" strike="noStrike" cap="none">
              <a:solidFill>
                <a:srgbClr val="000000"/>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20:notes"/>
          <p:cNvSpPr>
            <a:spLocks noGrp="1" noRot="1" noChangeAspect="1"/>
          </p:cNvSpPr>
          <p:nvPr>
            <p:ph type="sldImg" idx="2"/>
          </p:nvPr>
        </p:nvSpPr>
        <p:spPr>
          <a:xfrm>
            <a:off x="3543300" y="946150"/>
            <a:ext cx="3606800" cy="2551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p20:notes"/>
          <p:cNvSpPr txBox="1">
            <a:spLocks noGrp="1"/>
          </p:cNvSpPr>
          <p:nvPr>
            <p:ph type="body" idx="1"/>
          </p:nvPr>
        </p:nvSpPr>
        <p:spPr>
          <a:xfrm>
            <a:off x="1069975" y="3640138"/>
            <a:ext cx="8553450" cy="297815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300"/>
              <a:buFont typeface="Calibri"/>
              <a:buNone/>
            </a:pPr>
            <a:endParaRPr/>
          </a:p>
        </p:txBody>
      </p:sp>
      <p:sp>
        <p:nvSpPr>
          <p:cNvPr id="180" name="Google Shape;180;p20:notes"/>
          <p:cNvSpPr txBox="1">
            <a:spLocks noGrp="1"/>
          </p:cNvSpPr>
          <p:nvPr>
            <p:ph type="sldNum" idx="12"/>
          </p:nvPr>
        </p:nvSpPr>
        <p:spPr>
          <a:xfrm>
            <a:off x="6057900" y="7183438"/>
            <a:ext cx="4632325" cy="3794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fr-FR" sz="1800" b="0" i="0" u="none" strike="noStrike" cap="none">
                <a:solidFill>
                  <a:srgbClr val="000000"/>
                </a:solidFill>
              </a:rPr>
              <a:t>21</a:t>
            </a:fld>
            <a:endParaRPr sz="1800" b="0" i="0" u="none" strike="noStrike" cap="none">
              <a:solidFill>
                <a:srgbClr val="000000"/>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lank">
  <p:cSld name="Blank">
    <p:spTree>
      <p:nvGrpSpPr>
        <p:cNvPr id="1" name="Shape 15"/>
        <p:cNvGrpSpPr/>
        <p:nvPr/>
      </p:nvGrpSpPr>
      <p:grpSpPr>
        <a:xfrm>
          <a:off x="0" y="0"/>
          <a:ext cx="0" cy="0"/>
          <a:chOff x="0" y="0"/>
          <a:chExt cx="0" cy="0"/>
        </a:xfrm>
      </p:grpSpPr>
      <p:sp>
        <p:nvSpPr>
          <p:cNvPr id="16" name="Google Shape;16;p22"/>
          <p:cNvSpPr/>
          <p:nvPr/>
        </p:nvSpPr>
        <p:spPr>
          <a:xfrm>
            <a:off x="0" y="7226724"/>
            <a:ext cx="10693400" cy="336127"/>
          </a:xfrm>
          <a:custGeom>
            <a:avLst/>
            <a:gdLst/>
            <a:ahLst/>
            <a:cxnLst/>
            <a:rect l="l" t="t" r="r" b="b"/>
            <a:pathLst>
              <a:path w="9144000" h="304800" extrusionOk="0">
                <a:moveTo>
                  <a:pt x="0" y="304800"/>
                </a:moveTo>
                <a:lnTo>
                  <a:pt x="9144000" y="304800"/>
                </a:lnTo>
                <a:lnTo>
                  <a:pt x="9144000" y="0"/>
                </a:lnTo>
                <a:lnTo>
                  <a:pt x="0" y="0"/>
                </a:lnTo>
                <a:lnTo>
                  <a:pt x="0" y="304800"/>
                </a:lnTo>
                <a:close/>
              </a:path>
            </a:pathLst>
          </a:custGeom>
          <a:solidFill>
            <a:schemeClr val="lt1"/>
          </a:solidFill>
          <a:ln w="25400"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17" name="Google Shape;17;p22"/>
          <p:cNvSpPr/>
          <p:nvPr/>
        </p:nvSpPr>
        <p:spPr>
          <a:xfrm>
            <a:off x="0" y="1"/>
            <a:ext cx="10693400" cy="1260475"/>
          </a:xfrm>
          <a:custGeom>
            <a:avLst/>
            <a:gdLst/>
            <a:ahLst/>
            <a:cxnLst/>
            <a:rect l="l" t="t" r="r" b="b"/>
            <a:pathLst>
              <a:path w="9144000" h="1143000" extrusionOk="0">
                <a:moveTo>
                  <a:pt x="0" y="1143000"/>
                </a:moveTo>
                <a:lnTo>
                  <a:pt x="9144000" y="1143000"/>
                </a:lnTo>
                <a:lnTo>
                  <a:pt x="9144000" y="0"/>
                </a:lnTo>
                <a:lnTo>
                  <a:pt x="0" y="0"/>
                </a:lnTo>
                <a:lnTo>
                  <a:pt x="0" y="1143000"/>
                </a:lnTo>
                <a:close/>
              </a:path>
            </a:pathLst>
          </a:custGeom>
          <a:solidFill>
            <a:schemeClr val="lt1"/>
          </a:solidFill>
          <a:ln w="25400"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18" name="Google Shape;18;p22"/>
          <p:cNvSpPr/>
          <p:nvPr/>
        </p:nvSpPr>
        <p:spPr>
          <a:xfrm>
            <a:off x="0" y="1260475"/>
            <a:ext cx="10693400" cy="5966248"/>
          </a:xfrm>
          <a:custGeom>
            <a:avLst/>
            <a:gdLst/>
            <a:ahLst/>
            <a:cxnLst/>
            <a:rect l="l" t="t" r="r" b="b"/>
            <a:pathLst>
              <a:path w="9144000" h="1143000" extrusionOk="0">
                <a:moveTo>
                  <a:pt x="0" y="1143000"/>
                </a:moveTo>
                <a:lnTo>
                  <a:pt x="9144000" y="1143000"/>
                </a:lnTo>
                <a:lnTo>
                  <a:pt x="9144000" y="0"/>
                </a:lnTo>
                <a:lnTo>
                  <a:pt x="0" y="0"/>
                </a:lnTo>
                <a:lnTo>
                  <a:pt x="0" y="1143000"/>
                </a:lnTo>
                <a:close/>
              </a:path>
            </a:pathLst>
          </a:custGeom>
          <a:solidFill>
            <a:schemeClr val="lt1"/>
          </a:solidFill>
          <a:ln w="25400"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19" name="Google Shape;19;p22"/>
          <p:cNvSpPr txBox="1">
            <a:spLocks noGrp="1"/>
          </p:cNvSpPr>
          <p:nvPr>
            <p:ph type="body" idx="1"/>
          </p:nvPr>
        </p:nvSpPr>
        <p:spPr>
          <a:xfrm>
            <a:off x="1" y="1260479"/>
            <a:ext cx="10693400" cy="47519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3100" b="0" i="0">
                <a:solidFill>
                  <a:schemeClr val="dk1"/>
                </a:solidFill>
                <a:latin typeface="Century Gothic"/>
                <a:ea typeface="Century Gothic"/>
                <a:cs typeface="Century Gothic"/>
                <a:sym typeface="Century Gothic"/>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0" name="Google Shape;20;p22"/>
          <p:cNvSpPr txBox="1">
            <a:spLocks noGrp="1"/>
          </p:cNvSpPr>
          <p:nvPr>
            <p:ph type="sldNum" idx="12"/>
          </p:nvPr>
        </p:nvSpPr>
        <p:spPr>
          <a:xfrm>
            <a:off x="9061476" y="7329489"/>
            <a:ext cx="1500198" cy="171714"/>
          </a:xfrm>
          <a:prstGeom prst="rect">
            <a:avLst/>
          </a:prstGeom>
          <a:noFill/>
          <a:ln>
            <a:noFill/>
          </a:ln>
        </p:spPr>
        <p:txBody>
          <a:bodyPr spcFirstLastPara="1" wrap="square" lIns="0" tIns="0" rIns="0" bIns="0" anchor="t" anchorCtr="0">
            <a:spAutoFit/>
          </a:bodyPr>
          <a:lstStyle>
            <a:lvl1pPr marL="186690" marR="0" lvl="0" indent="0" algn="l" rtl="0">
              <a:lnSpc>
                <a:spcPct val="82812"/>
              </a:lnSpc>
              <a:spcBef>
                <a:spcPts val="0"/>
              </a:spcBef>
              <a:spcAft>
                <a:spcPts val="0"/>
              </a:spcAft>
              <a:buClr>
                <a:srgbClr val="000000"/>
              </a:buClr>
              <a:buSzPts val="1600"/>
              <a:buFont typeface="Arial"/>
              <a:buNone/>
              <a:defRPr sz="1600" b="1" i="0" u="none" strike="noStrike" cap="none">
                <a:solidFill>
                  <a:schemeClr val="accent1"/>
                </a:solidFill>
                <a:latin typeface="Arial"/>
                <a:ea typeface="Arial"/>
                <a:cs typeface="Arial"/>
                <a:sym typeface="Arial"/>
              </a:defRPr>
            </a:lvl1pPr>
            <a:lvl2pPr marL="186690" marR="0" lvl="1" indent="0" algn="l" rtl="0">
              <a:lnSpc>
                <a:spcPct val="82812"/>
              </a:lnSpc>
              <a:spcBef>
                <a:spcPts val="0"/>
              </a:spcBef>
              <a:spcAft>
                <a:spcPts val="0"/>
              </a:spcAft>
              <a:buClr>
                <a:srgbClr val="000000"/>
              </a:buClr>
              <a:buSzPts val="1600"/>
              <a:buFont typeface="Arial"/>
              <a:buNone/>
              <a:defRPr sz="1600" b="1" i="0" u="none" strike="noStrike" cap="none">
                <a:solidFill>
                  <a:schemeClr val="accent1"/>
                </a:solidFill>
                <a:latin typeface="Arial"/>
                <a:ea typeface="Arial"/>
                <a:cs typeface="Arial"/>
                <a:sym typeface="Arial"/>
              </a:defRPr>
            </a:lvl2pPr>
            <a:lvl3pPr marL="186690" marR="0" lvl="2" indent="0" algn="l" rtl="0">
              <a:lnSpc>
                <a:spcPct val="82812"/>
              </a:lnSpc>
              <a:spcBef>
                <a:spcPts val="0"/>
              </a:spcBef>
              <a:spcAft>
                <a:spcPts val="0"/>
              </a:spcAft>
              <a:buClr>
                <a:srgbClr val="000000"/>
              </a:buClr>
              <a:buSzPts val="1600"/>
              <a:buFont typeface="Arial"/>
              <a:buNone/>
              <a:defRPr sz="1600" b="1" i="0" u="none" strike="noStrike" cap="none">
                <a:solidFill>
                  <a:schemeClr val="accent1"/>
                </a:solidFill>
                <a:latin typeface="Arial"/>
                <a:ea typeface="Arial"/>
                <a:cs typeface="Arial"/>
                <a:sym typeface="Arial"/>
              </a:defRPr>
            </a:lvl3pPr>
            <a:lvl4pPr marL="186690" marR="0" lvl="3" indent="0" algn="l" rtl="0">
              <a:lnSpc>
                <a:spcPct val="82812"/>
              </a:lnSpc>
              <a:spcBef>
                <a:spcPts val="0"/>
              </a:spcBef>
              <a:spcAft>
                <a:spcPts val="0"/>
              </a:spcAft>
              <a:buClr>
                <a:srgbClr val="000000"/>
              </a:buClr>
              <a:buSzPts val="1600"/>
              <a:buFont typeface="Arial"/>
              <a:buNone/>
              <a:defRPr sz="1600" b="1" i="0" u="none" strike="noStrike" cap="none">
                <a:solidFill>
                  <a:schemeClr val="accent1"/>
                </a:solidFill>
                <a:latin typeface="Arial"/>
                <a:ea typeface="Arial"/>
                <a:cs typeface="Arial"/>
                <a:sym typeface="Arial"/>
              </a:defRPr>
            </a:lvl4pPr>
            <a:lvl5pPr marL="186690" marR="0" lvl="4" indent="0" algn="l" rtl="0">
              <a:lnSpc>
                <a:spcPct val="82812"/>
              </a:lnSpc>
              <a:spcBef>
                <a:spcPts val="0"/>
              </a:spcBef>
              <a:spcAft>
                <a:spcPts val="0"/>
              </a:spcAft>
              <a:buClr>
                <a:srgbClr val="000000"/>
              </a:buClr>
              <a:buSzPts val="1600"/>
              <a:buFont typeface="Arial"/>
              <a:buNone/>
              <a:defRPr sz="1600" b="1" i="0" u="none" strike="noStrike" cap="none">
                <a:solidFill>
                  <a:schemeClr val="accent1"/>
                </a:solidFill>
                <a:latin typeface="Arial"/>
                <a:ea typeface="Arial"/>
                <a:cs typeface="Arial"/>
                <a:sym typeface="Arial"/>
              </a:defRPr>
            </a:lvl5pPr>
            <a:lvl6pPr marL="186690" marR="0" lvl="5" indent="0" algn="l" rtl="0">
              <a:lnSpc>
                <a:spcPct val="82812"/>
              </a:lnSpc>
              <a:spcBef>
                <a:spcPts val="0"/>
              </a:spcBef>
              <a:spcAft>
                <a:spcPts val="0"/>
              </a:spcAft>
              <a:buClr>
                <a:srgbClr val="000000"/>
              </a:buClr>
              <a:buSzPts val="1600"/>
              <a:buFont typeface="Arial"/>
              <a:buNone/>
              <a:defRPr sz="1600" b="1" i="0" u="none" strike="noStrike" cap="none">
                <a:solidFill>
                  <a:schemeClr val="accent1"/>
                </a:solidFill>
                <a:latin typeface="Arial"/>
                <a:ea typeface="Arial"/>
                <a:cs typeface="Arial"/>
                <a:sym typeface="Arial"/>
              </a:defRPr>
            </a:lvl6pPr>
            <a:lvl7pPr marL="186690" marR="0" lvl="6" indent="0" algn="l" rtl="0">
              <a:lnSpc>
                <a:spcPct val="82812"/>
              </a:lnSpc>
              <a:spcBef>
                <a:spcPts val="0"/>
              </a:spcBef>
              <a:spcAft>
                <a:spcPts val="0"/>
              </a:spcAft>
              <a:buClr>
                <a:srgbClr val="000000"/>
              </a:buClr>
              <a:buSzPts val="1600"/>
              <a:buFont typeface="Arial"/>
              <a:buNone/>
              <a:defRPr sz="1600" b="1" i="0" u="none" strike="noStrike" cap="none">
                <a:solidFill>
                  <a:schemeClr val="accent1"/>
                </a:solidFill>
                <a:latin typeface="Arial"/>
                <a:ea typeface="Arial"/>
                <a:cs typeface="Arial"/>
                <a:sym typeface="Arial"/>
              </a:defRPr>
            </a:lvl7pPr>
            <a:lvl8pPr marL="186690" marR="0" lvl="7" indent="0" algn="l" rtl="0">
              <a:lnSpc>
                <a:spcPct val="82812"/>
              </a:lnSpc>
              <a:spcBef>
                <a:spcPts val="0"/>
              </a:spcBef>
              <a:spcAft>
                <a:spcPts val="0"/>
              </a:spcAft>
              <a:buClr>
                <a:srgbClr val="000000"/>
              </a:buClr>
              <a:buSzPts val="1600"/>
              <a:buFont typeface="Arial"/>
              <a:buNone/>
              <a:defRPr sz="1600" b="1" i="0" u="none" strike="noStrike" cap="none">
                <a:solidFill>
                  <a:schemeClr val="accent1"/>
                </a:solidFill>
                <a:latin typeface="Arial"/>
                <a:ea typeface="Arial"/>
                <a:cs typeface="Arial"/>
                <a:sym typeface="Arial"/>
              </a:defRPr>
            </a:lvl8pPr>
            <a:lvl9pPr marL="186690" marR="0" lvl="8" indent="0" algn="l" rtl="0">
              <a:lnSpc>
                <a:spcPct val="82812"/>
              </a:lnSpc>
              <a:spcBef>
                <a:spcPts val="0"/>
              </a:spcBef>
              <a:spcAft>
                <a:spcPts val="0"/>
              </a:spcAft>
              <a:buClr>
                <a:srgbClr val="000000"/>
              </a:buClr>
              <a:buSzPts val="1600"/>
              <a:buFont typeface="Arial"/>
              <a:buNone/>
              <a:defRPr sz="1600" b="1" i="0" u="none" strike="noStrike" cap="none">
                <a:solidFill>
                  <a:schemeClr val="accent1"/>
                </a:solidFill>
                <a:latin typeface="Arial"/>
                <a:ea typeface="Arial"/>
                <a:cs typeface="Arial"/>
                <a:sym typeface="Arial"/>
              </a:defRPr>
            </a:lvl9pPr>
          </a:lstStyle>
          <a:p>
            <a:pPr marL="186690" lvl="0" indent="0" algn="l" rtl="0">
              <a:spcBef>
                <a:spcPts val="0"/>
              </a:spcBef>
              <a:spcAft>
                <a:spcPts val="0"/>
              </a:spcAft>
              <a:buNone/>
            </a:pPr>
            <a:fld id="{00000000-1234-1234-1234-123412341234}" type="slidenum">
              <a:rPr lang="fr-FR"/>
              <a:t>‹N°›</a:t>
            </a:fld>
            <a:endParaRPr/>
          </a:p>
        </p:txBody>
      </p:sp>
      <p:sp>
        <p:nvSpPr>
          <p:cNvPr id="21" name="Google Shape;21;p22"/>
          <p:cNvSpPr txBox="1"/>
          <p:nvPr/>
        </p:nvSpPr>
        <p:spPr>
          <a:xfrm>
            <a:off x="3726700" y="7319965"/>
            <a:ext cx="5220400" cy="166712"/>
          </a:xfrm>
          <a:prstGeom prst="rect">
            <a:avLst/>
          </a:prstGeom>
          <a:noFill/>
          <a:ln>
            <a:noFill/>
          </a:ln>
        </p:spPr>
        <p:txBody>
          <a:bodyPr spcFirstLastPara="1" wrap="square" lIns="0" tIns="0" rIns="0" bIns="0" anchor="t" anchorCtr="0">
            <a:noAutofit/>
          </a:bodyPr>
          <a:lstStyle/>
          <a:p>
            <a:pPr marL="10793" marR="0" lvl="0" indent="0" algn="l" rtl="0">
              <a:lnSpc>
                <a:spcPct val="132299"/>
              </a:lnSpc>
              <a:spcBef>
                <a:spcPts val="0"/>
              </a:spcBef>
              <a:spcAft>
                <a:spcPts val="0"/>
              </a:spcAft>
              <a:buClr>
                <a:schemeClr val="accent1"/>
              </a:buClr>
              <a:buSzPts val="1000"/>
              <a:buFont typeface="Arial"/>
              <a:buNone/>
            </a:pPr>
            <a:r>
              <a:rPr lang="fr-FR" sz="1000" b="1" i="0" u="none" strike="noStrike" cap="none" dirty="0">
                <a:solidFill>
                  <a:schemeClr val="accent1"/>
                </a:solidFill>
                <a:latin typeface="Arial"/>
                <a:ea typeface="Arial"/>
                <a:cs typeface="Arial"/>
                <a:sym typeface="Arial"/>
              </a:rPr>
              <a:t>© 2023-2024 – ESPRIT – Module Architecture des SI II  Spring – Spring AOP</a:t>
            </a:r>
            <a:endParaRPr sz="1000" b="1" i="0" u="none" strike="noStrike" cap="none" dirty="0">
              <a:solidFill>
                <a:schemeClr val="accen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1"/>
          <p:cNvSpPr/>
          <p:nvPr/>
        </p:nvSpPr>
        <p:spPr>
          <a:xfrm>
            <a:off x="0" y="7226724"/>
            <a:ext cx="10693400" cy="336127"/>
          </a:xfrm>
          <a:custGeom>
            <a:avLst/>
            <a:gdLst/>
            <a:ahLst/>
            <a:cxnLst/>
            <a:rect l="l" t="t" r="r" b="b"/>
            <a:pathLst>
              <a:path w="9144000" h="1143000" extrusionOk="0">
                <a:moveTo>
                  <a:pt x="0" y="1143000"/>
                </a:moveTo>
                <a:lnTo>
                  <a:pt x="9144000" y="1143000"/>
                </a:lnTo>
                <a:lnTo>
                  <a:pt x="9144000" y="0"/>
                </a:lnTo>
                <a:lnTo>
                  <a:pt x="0" y="0"/>
                </a:lnTo>
                <a:lnTo>
                  <a:pt x="0" y="1143000"/>
                </a:lnTo>
                <a:close/>
              </a:path>
            </a:pathLst>
          </a:custGeom>
          <a:solidFill>
            <a:schemeClr val="lt1"/>
          </a:solidFill>
          <a:ln w="25400"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11" name="Google Shape;11;p21"/>
          <p:cNvSpPr txBox="1">
            <a:spLocks noGrp="1"/>
          </p:cNvSpPr>
          <p:nvPr>
            <p:ph type="title"/>
          </p:nvPr>
        </p:nvSpPr>
        <p:spPr>
          <a:xfrm>
            <a:off x="448533" y="40899"/>
            <a:ext cx="9796341" cy="492443"/>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 name="Google Shape;12;p21"/>
          <p:cNvSpPr txBox="1">
            <a:spLocks noGrp="1"/>
          </p:cNvSpPr>
          <p:nvPr>
            <p:ph type="body" idx="1"/>
          </p:nvPr>
        </p:nvSpPr>
        <p:spPr>
          <a:xfrm>
            <a:off x="305597" y="1554307"/>
            <a:ext cx="10082213" cy="430887"/>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2800" b="0" i="0" u="none" strike="noStrike" cap="none">
                <a:solidFill>
                  <a:schemeClr val="dk1"/>
                </a:solidFill>
                <a:latin typeface="Century Gothic"/>
                <a:ea typeface="Century Gothic"/>
                <a:cs typeface="Century Gothic"/>
                <a:sym typeface="Century Gothic"/>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3" name="Google Shape;13;p21"/>
          <p:cNvSpPr txBox="1"/>
          <p:nvPr/>
        </p:nvSpPr>
        <p:spPr>
          <a:xfrm>
            <a:off x="3726700" y="7319964"/>
            <a:ext cx="5508432" cy="242885"/>
          </a:xfrm>
          <a:prstGeom prst="rect">
            <a:avLst/>
          </a:prstGeom>
          <a:noFill/>
          <a:ln>
            <a:noFill/>
          </a:ln>
        </p:spPr>
        <p:txBody>
          <a:bodyPr spcFirstLastPara="1" wrap="square" lIns="0" tIns="0" rIns="0" bIns="0" anchor="t" anchorCtr="0">
            <a:noAutofit/>
          </a:bodyPr>
          <a:lstStyle/>
          <a:p>
            <a:pPr marL="10793" marR="0" lvl="0" indent="0" algn="l" rtl="0">
              <a:lnSpc>
                <a:spcPct val="132299"/>
              </a:lnSpc>
              <a:spcBef>
                <a:spcPts val="0"/>
              </a:spcBef>
              <a:spcAft>
                <a:spcPts val="0"/>
              </a:spcAft>
              <a:buClr>
                <a:schemeClr val="accent1"/>
              </a:buClr>
              <a:buSzPts val="1000"/>
              <a:buFont typeface="Arial"/>
              <a:buNone/>
            </a:pPr>
            <a:r>
              <a:rPr lang="fr-FR" sz="1000" b="1" i="0" u="none" strike="noStrike" cap="none">
                <a:solidFill>
                  <a:schemeClr val="accent1"/>
                </a:solidFill>
                <a:latin typeface="Arial"/>
                <a:ea typeface="Arial"/>
                <a:cs typeface="Arial"/>
                <a:sym typeface="Arial"/>
              </a:rPr>
              <a:t>© 2022-2023 – ESPRIT – Module Architecture des SI II  Spring – Spring AOP</a:t>
            </a:r>
            <a:endParaRPr sz="1000" b="1" i="0" u="none" strike="noStrike" cap="none">
              <a:solidFill>
                <a:schemeClr val="accent1"/>
              </a:solidFill>
              <a:latin typeface="Arial"/>
              <a:ea typeface="Arial"/>
              <a:cs typeface="Arial"/>
              <a:sym typeface="Arial"/>
            </a:endParaRPr>
          </a:p>
        </p:txBody>
      </p:sp>
      <p:sp>
        <p:nvSpPr>
          <p:cNvPr id="14" name="Google Shape;14;p21"/>
          <p:cNvSpPr txBox="1"/>
          <p:nvPr/>
        </p:nvSpPr>
        <p:spPr>
          <a:xfrm>
            <a:off x="9061476" y="7281886"/>
            <a:ext cx="1143008" cy="171714"/>
          </a:xfrm>
          <a:prstGeom prst="rect">
            <a:avLst/>
          </a:prstGeom>
          <a:noFill/>
          <a:ln>
            <a:noFill/>
          </a:ln>
        </p:spPr>
        <p:txBody>
          <a:bodyPr spcFirstLastPara="1" wrap="square" lIns="0" tIns="0" rIns="0" bIns="0" anchor="t" anchorCtr="0">
            <a:spAutoFit/>
          </a:bodyPr>
          <a:lstStyle/>
          <a:p>
            <a:pPr marL="186690" marR="0" lvl="0" indent="0" algn="l" rtl="0">
              <a:lnSpc>
                <a:spcPct val="82812"/>
              </a:lnSpc>
              <a:spcBef>
                <a:spcPts val="0"/>
              </a:spcBef>
              <a:spcAft>
                <a:spcPts val="0"/>
              </a:spcAft>
              <a:buClr>
                <a:schemeClr val="accent1"/>
              </a:buClr>
              <a:buSzPts val="1600"/>
              <a:buFont typeface="Arial"/>
              <a:buNone/>
            </a:pPr>
            <a:fld id="{00000000-1234-1234-1234-123412341234}" type="slidenum">
              <a:rPr lang="fr-FR" sz="1600" b="1" i="0" u="none" strike="noStrike" cap="none">
                <a:solidFill>
                  <a:schemeClr val="accent1"/>
                </a:solidFill>
                <a:latin typeface="Arial"/>
                <a:ea typeface="Arial"/>
                <a:cs typeface="Arial"/>
                <a:sym typeface="Arial"/>
              </a:rPr>
              <a:t>‹N°›</a:t>
            </a:fld>
            <a:endParaRPr sz="1600" b="1" i="0" u="none" strike="noStrike" cap="none">
              <a:solidFill>
                <a:schemeClr val="accen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pic>
        <p:nvPicPr>
          <p:cNvPr id="27" name="Google Shape;27;p1"/>
          <p:cNvPicPr preferRelativeResize="0"/>
          <p:nvPr/>
        </p:nvPicPr>
        <p:blipFill rotWithShape="1">
          <a:blip r:embed="rId3">
            <a:alphaModFix/>
          </a:blip>
          <a:srcRect/>
          <a:stretch/>
        </p:blipFill>
        <p:spPr>
          <a:xfrm>
            <a:off x="7489840" y="1308240"/>
            <a:ext cx="3000399" cy="1258739"/>
          </a:xfrm>
          <a:prstGeom prst="rect">
            <a:avLst/>
          </a:prstGeom>
          <a:noFill/>
          <a:ln>
            <a:noFill/>
          </a:ln>
        </p:spPr>
      </p:pic>
      <p:sp>
        <p:nvSpPr>
          <p:cNvPr id="28" name="Google Shape;28;p1"/>
          <p:cNvSpPr txBox="1"/>
          <p:nvPr/>
        </p:nvSpPr>
        <p:spPr>
          <a:xfrm>
            <a:off x="0" y="40897"/>
            <a:ext cx="10693400" cy="1079988"/>
          </a:xfrm>
          <a:prstGeom prst="rect">
            <a:avLst/>
          </a:prstGeom>
          <a:noFill/>
          <a:ln>
            <a:noFill/>
          </a:ln>
        </p:spPr>
        <p:txBody>
          <a:bodyPr spcFirstLastPara="1" wrap="square" lIns="0" tIns="520900" rIns="0" bIns="0" anchor="t" anchorCtr="0">
            <a:spAutoFit/>
          </a:bodyPr>
          <a:lstStyle/>
          <a:p>
            <a:pPr marL="12602" marR="0" lvl="0" indent="0" algn="ctr" rtl="0">
              <a:lnSpc>
                <a:spcPct val="100000"/>
              </a:lnSpc>
              <a:spcBef>
                <a:spcPts val="0"/>
              </a:spcBef>
              <a:spcAft>
                <a:spcPts val="0"/>
              </a:spcAft>
              <a:buClr>
                <a:srgbClr val="000000"/>
              </a:buClr>
              <a:buSzPts val="3600"/>
              <a:buFont typeface="Arial"/>
              <a:buNone/>
            </a:pPr>
            <a:r>
              <a:rPr lang="fr-FR" sz="3600" b="1" i="0" u="none" strike="noStrike" cap="none">
                <a:solidFill>
                  <a:schemeClr val="dk1"/>
                </a:solidFill>
                <a:latin typeface="Century Gothic"/>
                <a:ea typeface="Century Gothic"/>
                <a:cs typeface="Century Gothic"/>
                <a:sym typeface="Century Gothic"/>
              </a:rPr>
              <a:t>SPRING – AOP</a:t>
            </a:r>
            <a:endParaRPr sz="1400" b="0" i="0" u="none" strike="noStrike" cap="none">
              <a:solidFill>
                <a:srgbClr val="000000"/>
              </a:solidFill>
              <a:latin typeface="Arial"/>
              <a:ea typeface="Arial"/>
              <a:cs typeface="Arial"/>
              <a:sym typeface="Arial"/>
            </a:endParaRPr>
          </a:p>
        </p:txBody>
      </p:sp>
      <p:sp>
        <p:nvSpPr>
          <p:cNvPr id="29" name="Google Shape;29;p1"/>
          <p:cNvSpPr/>
          <p:nvPr/>
        </p:nvSpPr>
        <p:spPr>
          <a:xfrm>
            <a:off x="304801" y="1283393"/>
            <a:ext cx="10083800" cy="5943330"/>
          </a:xfrm>
          <a:prstGeom prst="rect">
            <a:avLst/>
          </a:prstGeom>
          <a:noFill/>
          <a:ln>
            <a:noFill/>
          </a:ln>
        </p:spPr>
        <p:txBody>
          <a:bodyPr spcFirstLastPara="1" wrap="square" lIns="100800" tIns="50400" rIns="100800" bIns="50400" anchor="t" anchorCtr="0">
            <a:normAutofit/>
          </a:bodyPr>
          <a:lstStyle/>
          <a:p>
            <a:pPr marL="742950" marR="0" lvl="1" indent="-285750" algn="l" rtl="0">
              <a:lnSpc>
                <a:spcPct val="100000"/>
              </a:lnSpc>
              <a:spcBef>
                <a:spcPts val="0"/>
              </a:spcBef>
              <a:spcAft>
                <a:spcPts val="0"/>
              </a:spcAft>
              <a:buClr>
                <a:schemeClr val="dk1"/>
              </a:buClr>
              <a:buSzPts val="3000"/>
              <a:buFont typeface="Arial"/>
              <a:buNone/>
            </a:pPr>
            <a:endParaRPr sz="3000" b="0" i="0" u="none" strike="noStrike" cap="none">
              <a:solidFill>
                <a:schemeClr val="dk1"/>
              </a:solidFill>
              <a:latin typeface="Century Gothic"/>
              <a:ea typeface="Century Gothic"/>
              <a:cs typeface="Century Gothic"/>
              <a:sym typeface="Century Gothic"/>
            </a:endParaRPr>
          </a:p>
          <a:p>
            <a:pPr marL="742950" marR="0" lvl="1" indent="-285750" algn="l" rtl="0">
              <a:lnSpc>
                <a:spcPct val="100000"/>
              </a:lnSpc>
              <a:spcBef>
                <a:spcPts val="600"/>
              </a:spcBef>
              <a:spcAft>
                <a:spcPts val="0"/>
              </a:spcAft>
              <a:buClr>
                <a:schemeClr val="dk1"/>
              </a:buClr>
              <a:buSzPts val="3000"/>
              <a:buFont typeface="Arial"/>
              <a:buNone/>
            </a:pPr>
            <a:endParaRPr sz="3000" b="0" i="0" u="none" strike="noStrike" cap="none">
              <a:solidFill>
                <a:schemeClr val="dk1"/>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chemeClr val="dk1"/>
              </a:buClr>
              <a:buSzPts val="3000"/>
              <a:buFont typeface="Arial"/>
              <a:buNone/>
            </a:pPr>
            <a:endParaRPr sz="3000" b="0" i="0" u="none" strike="noStrike" cap="none">
              <a:solidFill>
                <a:srgbClr val="000000"/>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chemeClr val="dk1"/>
              </a:buClr>
              <a:buSzPts val="3000"/>
              <a:buFont typeface="Arial"/>
              <a:buNone/>
            </a:pPr>
            <a:endParaRPr sz="3000" b="1" i="0" u="none" strike="noStrike" cap="none">
              <a:solidFill>
                <a:srgbClr val="000000"/>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chemeClr val="dk1"/>
              </a:buClr>
              <a:buSzPts val="3000"/>
              <a:buFont typeface="Arial"/>
              <a:buNone/>
            </a:pPr>
            <a:endParaRPr sz="3000" b="1" i="0" u="none" strike="noStrike" cap="none">
              <a:solidFill>
                <a:srgbClr val="000000"/>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chemeClr val="dk1"/>
              </a:buClr>
              <a:buSzPts val="3000"/>
              <a:buFont typeface="Arial"/>
              <a:buNone/>
            </a:pPr>
            <a:endParaRPr sz="3000" b="0"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chemeClr val="dk1"/>
              </a:buClr>
              <a:buSzPts val="3000"/>
              <a:buFont typeface="Arial"/>
              <a:buNone/>
            </a:pPr>
            <a:endParaRPr sz="3000" b="1"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chemeClr val="dk1"/>
              </a:buClr>
              <a:buSzPts val="3000"/>
              <a:buFont typeface="Arial"/>
              <a:buNone/>
            </a:pPr>
            <a:endParaRPr sz="3000" b="0" i="0" u="none" strike="noStrike" cap="none">
              <a:solidFill>
                <a:srgbClr val="C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chemeClr val="dk1"/>
              </a:buClr>
              <a:buSzPts val="3000"/>
              <a:buFont typeface="Arial"/>
              <a:buNone/>
            </a:pPr>
            <a:endParaRPr sz="3000" b="0" i="0" u="none" strike="noStrike" cap="none">
              <a:solidFill>
                <a:srgbClr val="C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chemeClr val="dk1"/>
              </a:buClr>
              <a:buSzPts val="3000"/>
              <a:buFont typeface="Arial"/>
              <a:buNone/>
            </a:pPr>
            <a:endParaRPr sz="3000" b="0" i="0" u="none" strike="noStrike" cap="none">
              <a:solidFill>
                <a:srgbClr val="C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chemeClr val="dk1"/>
              </a:buClr>
              <a:buSzPts val="3000"/>
              <a:buFont typeface="Arial"/>
              <a:buNone/>
            </a:pPr>
            <a:endParaRPr sz="3000" b="0" i="0" u="none" strike="noStrike" cap="none">
              <a:solidFill>
                <a:srgbClr val="C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chemeClr val="dk1"/>
              </a:buClr>
              <a:buSzPts val="1800"/>
              <a:buFont typeface="Arial"/>
              <a:buNone/>
            </a:pPr>
            <a:r>
              <a:rPr lang="fr-FR" sz="1800" b="1" i="0" u="none" strike="noStrike" cap="none">
                <a:solidFill>
                  <a:schemeClr val="dk1"/>
                </a:solidFill>
                <a:latin typeface="Century Gothic"/>
                <a:ea typeface="Century Gothic"/>
                <a:cs typeface="Century Gothic"/>
                <a:sym typeface="Century Gothic"/>
              </a:rPr>
              <a:t>UP ASI</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800"/>
              <a:buFont typeface="Arial"/>
              <a:buNone/>
            </a:pPr>
            <a:r>
              <a:rPr lang="fr-FR" sz="1800" b="1" i="0" u="none" strike="noStrike" cap="none">
                <a:solidFill>
                  <a:schemeClr val="dk1"/>
                </a:solidFill>
                <a:latin typeface="Century Gothic"/>
                <a:ea typeface="Century Gothic"/>
                <a:cs typeface="Century Gothic"/>
                <a:sym typeface="Century Gothic"/>
              </a:rPr>
              <a:t>Bureau E204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C00000"/>
              </a:solidFill>
              <a:latin typeface="Century Gothic"/>
              <a:ea typeface="Century Gothic"/>
              <a:cs typeface="Century Gothic"/>
              <a:sym typeface="Century Gothic"/>
            </a:endParaRPr>
          </a:p>
        </p:txBody>
      </p:sp>
      <p:sp>
        <p:nvSpPr>
          <p:cNvPr id="30" name="Google Shape;30;p1"/>
          <p:cNvSpPr txBox="1">
            <a:spLocks noGrp="1"/>
          </p:cNvSpPr>
          <p:nvPr>
            <p:ph type="sldNum" idx="12"/>
          </p:nvPr>
        </p:nvSpPr>
        <p:spPr>
          <a:xfrm>
            <a:off x="9061476" y="7329489"/>
            <a:ext cx="1500198" cy="171714"/>
          </a:xfrm>
          <a:prstGeom prst="rect">
            <a:avLst/>
          </a:prstGeom>
          <a:noFill/>
          <a:ln>
            <a:noFill/>
          </a:ln>
        </p:spPr>
        <p:txBody>
          <a:bodyPr spcFirstLastPara="1" wrap="square" lIns="0" tIns="0" rIns="0" bIns="0" anchor="t" anchorCtr="0">
            <a:spAutoFit/>
          </a:bodyPr>
          <a:lstStyle/>
          <a:p>
            <a:pPr marL="186690" lvl="0" indent="0" algn="l" rtl="0">
              <a:lnSpc>
                <a:spcPct val="82812"/>
              </a:lnSpc>
              <a:spcBef>
                <a:spcPts val="0"/>
              </a:spcBef>
              <a:spcAft>
                <a:spcPts val="0"/>
              </a:spcAft>
              <a:buSzPts val="1600"/>
              <a:buNone/>
            </a:pPr>
            <a:fld id="{00000000-1234-1234-1234-123412341234}" type="slidenum">
              <a:rPr lang="fr-FR"/>
              <a:t>1</a:t>
            </a:fld>
            <a:endParaRPr/>
          </a:p>
        </p:txBody>
      </p:sp>
      <p:pic>
        <p:nvPicPr>
          <p:cNvPr id="31" name="Google Shape;31;p1" descr="https://www.greatonlinetraining.com/wp-content/uploads/2016/04/Spring-Framework.png"/>
          <p:cNvPicPr preferRelativeResize="0"/>
          <p:nvPr/>
        </p:nvPicPr>
        <p:blipFill rotWithShape="1">
          <a:blip r:embed="rId4">
            <a:alphaModFix/>
          </a:blip>
          <a:srcRect/>
          <a:stretch/>
        </p:blipFill>
        <p:spPr>
          <a:xfrm>
            <a:off x="2822592" y="2714635"/>
            <a:ext cx="4953000" cy="26384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2"/>
          <p:cNvSpPr txBox="1"/>
          <p:nvPr/>
        </p:nvSpPr>
        <p:spPr>
          <a:xfrm>
            <a:off x="0" y="40897"/>
            <a:ext cx="10693400" cy="1018524"/>
          </a:xfrm>
          <a:prstGeom prst="rect">
            <a:avLst/>
          </a:prstGeom>
          <a:noFill/>
          <a:ln>
            <a:noFill/>
          </a:ln>
        </p:spPr>
        <p:txBody>
          <a:bodyPr spcFirstLastPara="1" wrap="square" lIns="0" tIns="520900" rIns="0" bIns="0" anchor="t" anchorCtr="0">
            <a:spAutoFit/>
          </a:bodyPr>
          <a:lstStyle/>
          <a:p>
            <a:pPr marL="12602" marR="0" lvl="0" indent="0" algn="ctr" rtl="0">
              <a:lnSpc>
                <a:spcPct val="100000"/>
              </a:lnSpc>
              <a:spcBef>
                <a:spcPts val="0"/>
              </a:spcBef>
              <a:spcAft>
                <a:spcPts val="0"/>
              </a:spcAft>
              <a:buClr>
                <a:srgbClr val="000000"/>
              </a:buClr>
              <a:buSzPts val="3200"/>
              <a:buFont typeface="Arial"/>
              <a:buNone/>
            </a:pPr>
            <a:r>
              <a:rPr lang="fr-FR" sz="3200" b="0" i="0" u="none" strike="noStrike" cap="none">
                <a:solidFill>
                  <a:schemeClr val="dk1"/>
                </a:solidFill>
                <a:latin typeface="Century Gothic"/>
                <a:ea typeface="Century Gothic"/>
                <a:cs typeface="Century Gothic"/>
                <a:sym typeface="Century Gothic"/>
              </a:rPr>
              <a:t>Plan du Cours</a:t>
            </a:r>
            <a:endParaRPr sz="1400" b="0" i="0" u="none" strike="noStrike" cap="none">
              <a:solidFill>
                <a:srgbClr val="000000"/>
              </a:solidFill>
              <a:latin typeface="Arial"/>
              <a:ea typeface="Arial"/>
              <a:cs typeface="Arial"/>
              <a:sym typeface="Arial"/>
            </a:endParaRPr>
          </a:p>
        </p:txBody>
      </p:sp>
      <p:sp>
        <p:nvSpPr>
          <p:cNvPr id="38" name="Google Shape;38;p2"/>
          <p:cNvSpPr/>
          <p:nvPr/>
        </p:nvSpPr>
        <p:spPr>
          <a:xfrm>
            <a:off x="0" y="1283393"/>
            <a:ext cx="10693399" cy="5943330"/>
          </a:xfrm>
          <a:prstGeom prst="rect">
            <a:avLst/>
          </a:prstGeom>
          <a:noFill/>
          <a:ln>
            <a:noFill/>
          </a:ln>
        </p:spPr>
        <p:txBody>
          <a:bodyPr spcFirstLastPara="1" wrap="square" lIns="100800" tIns="50400" rIns="100800" bIns="50400" anchor="t" anchorCtr="0">
            <a:noAutofit/>
          </a:bodyPr>
          <a:lstStyle/>
          <a:p>
            <a:pPr marL="742950" marR="0" lvl="1" indent="-146050" algn="l" rtl="0">
              <a:lnSpc>
                <a:spcPct val="100000"/>
              </a:lnSpc>
              <a:spcBef>
                <a:spcPts val="0"/>
              </a:spcBef>
              <a:spcAft>
                <a:spcPts val="0"/>
              </a:spcAft>
              <a:buClr>
                <a:schemeClr val="dk1"/>
              </a:buClr>
              <a:buSzPts val="2200"/>
              <a:buFont typeface="Arial"/>
              <a:buNone/>
            </a:pPr>
            <a:endParaRPr sz="2200" b="0" i="0" u="none" strike="noStrike" cap="none" dirty="0">
              <a:solidFill>
                <a:schemeClr val="dk1"/>
              </a:solidFill>
              <a:latin typeface="Century Gothic"/>
              <a:ea typeface="Century Gothic"/>
              <a:cs typeface="Century Gothic"/>
              <a:sym typeface="Century Gothic"/>
            </a:endParaRPr>
          </a:p>
          <a:p>
            <a:pPr marL="742950" marR="0" lvl="1" indent="-285750" algn="l" rtl="0">
              <a:lnSpc>
                <a:spcPct val="100000"/>
              </a:lnSpc>
              <a:spcBef>
                <a:spcPts val="440"/>
              </a:spcBef>
              <a:spcAft>
                <a:spcPts val="0"/>
              </a:spcAft>
              <a:buClr>
                <a:schemeClr val="dk1"/>
              </a:buClr>
              <a:buSzPts val="2200"/>
              <a:buFont typeface="Arial"/>
              <a:buChar char="–"/>
            </a:pPr>
            <a:r>
              <a:rPr lang="fr-FR" sz="2200" b="0" i="0" u="none" strike="noStrike" cap="none" dirty="0">
                <a:solidFill>
                  <a:schemeClr val="dk1"/>
                </a:solidFill>
                <a:latin typeface="Century Gothic"/>
                <a:ea typeface="Century Gothic"/>
                <a:cs typeface="Century Gothic"/>
                <a:sym typeface="Century Gothic"/>
              </a:rPr>
              <a:t>Définition </a:t>
            </a:r>
            <a:r>
              <a:rPr lang="fr-FR" sz="2200" b="1" i="0" u="none" strike="noStrike" cap="none" dirty="0">
                <a:solidFill>
                  <a:schemeClr val="dk1"/>
                </a:solidFill>
                <a:latin typeface="Century Gothic"/>
                <a:ea typeface="Century Gothic"/>
                <a:cs typeface="Century Gothic"/>
                <a:sym typeface="Century Gothic"/>
              </a:rPr>
              <a:t>AOP</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440"/>
              </a:spcBef>
              <a:spcAft>
                <a:spcPts val="0"/>
              </a:spcAft>
              <a:buClr>
                <a:schemeClr val="dk1"/>
              </a:buClr>
              <a:buSzPts val="2200"/>
              <a:buFont typeface="Arial"/>
              <a:buChar char="–"/>
            </a:pPr>
            <a:r>
              <a:rPr lang="fr-FR" sz="2200" b="1" i="0" u="none" strike="noStrike" cap="none" dirty="0">
                <a:solidFill>
                  <a:schemeClr val="dk1"/>
                </a:solidFill>
                <a:latin typeface="Century Gothic"/>
                <a:ea typeface="Century Gothic"/>
                <a:cs typeface="Century Gothic"/>
                <a:sym typeface="Century Gothic"/>
              </a:rPr>
              <a:t>AOP vs </a:t>
            </a:r>
            <a:r>
              <a:rPr lang="fr-FR" sz="2200" b="1" i="0" u="none" strike="noStrike" cap="none" dirty="0" err="1">
                <a:solidFill>
                  <a:schemeClr val="dk1"/>
                </a:solidFill>
                <a:latin typeface="Century Gothic"/>
                <a:ea typeface="Century Gothic"/>
                <a:cs typeface="Century Gothic"/>
                <a:sym typeface="Century Gothic"/>
              </a:rPr>
              <a:t>IoC</a:t>
            </a:r>
            <a:r>
              <a:rPr lang="fr-FR" sz="2200" b="1" i="0" u="none" strike="noStrike" cap="none" dirty="0">
                <a:solidFill>
                  <a:schemeClr val="dk1"/>
                </a:solidFill>
                <a:latin typeface="Century Gothic"/>
                <a:ea typeface="Century Gothic"/>
                <a:cs typeface="Century Gothic"/>
                <a:sym typeface="Century Gothic"/>
              </a:rPr>
              <a:t> </a:t>
            </a:r>
            <a:r>
              <a:rPr lang="fr-FR" sz="2200" b="0" i="0" u="none" strike="noStrike" cap="none" dirty="0">
                <a:solidFill>
                  <a:schemeClr val="dk1"/>
                </a:solidFill>
                <a:latin typeface="Century Gothic"/>
                <a:ea typeface="Century Gothic"/>
                <a:cs typeface="Century Gothic"/>
                <a:sym typeface="Century Gothic"/>
              </a:rPr>
              <a:t>(ID)</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440"/>
              </a:spcBef>
              <a:spcAft>
                <a:spcPts val="0"/>
              </a:spcAft>
              <a:buClr>
                <a:schemeClr val="dk1"/>
              </a:buClr>
              <a:buSzPts val="2200"/>
              <a:buFont typeface="Arial"/>
              <a:buChar char="–"/>
            </a:pPr>
            <a:r>
              <a:rPr lang="fr-FR" sz="2200" b="0" i="0" u="none" strike="noStrike" cap="none" dirty="0">
                <a:solidFill>
                  <a:schemeClr val="dk1"/>
                </a:solidFill>
                <a:latin typeface="Century Gothic"/>
                <a:ea typeface="Century Gothic"/>
                <a:cs typeface="Century Gothic"/>
                <a:sym typeface="Century Gothic"/>
              </a:rPr>
              <a:t>Programmation : Procédurale / Orientée Objets / </a:t>
            </a:r>
            <a:r>
              <a:rPr lang="fr-FR" sz="2200" b="1" i="0" u="none" strike="noStrike" cap="none" dirty="0">
                <a:solidFill>
                  <a:schemeClr val="dk1"/>
                </a:solidFill>
                <a:latin typeface="Century Gothic"/>
                <a:ea typeface="Century Gothic"/>
                <a:cs typeface="Century Gothic"/>
                <a:sym typeface="Century Gothic"/>
              </a:rPr>
              <a:t>Orientée Aspects</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440"/>
              </a:spcBef>
              <a:spcAft>
                <a:spcPts val="0"/>
              </a:spcAft>
              <a:buClr>
                <a:schemeClr val="dk1"/>
              </a:buClr>
              <a:buSzPts val="2200"/>
              <a:buFont typeface="Arial"/>
              <a:buChar char="–"/>
            </a:pPr>
            <a:r>
              <a:rPr lang="fr-FR" sz="2200" b="0" i="0" u="none" strike="noStrike" cap="none" dirty="0">
                <a:solidFill>
                  <a:schemeClr val="dk1"/>
                </a:solidFill>
                <a:latin typeface="Century Gothic"/>
                <a:ea typeface="Century Gothic"/>
                <a:cs typeface="Century Gothic"/>
                <a:sym typeface="Century Gothic"/>
              </a:rPr>
              <a:t>Principes de l’AOP : </a:t>
            </a:r>
            <a:r>
              <a:rPr lang="fr-FR" sz="2200" b="1" i="0" u="none" strike="noStrike" cap="none" dirty="0" err="1">
                <a:solidFill>
                  <a:schemeClr val="dk1"/>
                </a:solidFill>
                <a:latin typeface="Century Gothic"/>
                <a:ea typeface="Century Gothic"/>
                <a:cs typeface="Century Gothic"/>
                <a:sym typeface="Century Gothic"/>
              </a:rPr>
              <a:t>SoC</a:t>
            </a:r>
            <a:r>
              <a:rPr lang="fr-FR" sz="2200" b="1" i="0" u="none" strike="noStrike" cap="none" dirty="0">
                <a:solidFill>
                  <a:schemeClr val="dk1"/>
                </a:solidFill>
                <a:latin typeface="Century Gothic"/>
                <a:ea typeface="Century Gothic"/>
                <a:cs typeface="Century Gothic"/>
                <a:sym typeface="Century Gothic"/>
              </a:rPr>
              <a:t> / DRY / </a:t>
            </a:r>
            <a:r>
              <a:rPr lang="fr-FR" sz="2200" b="1" i="0" u="none" strike="noStrike" cap="none" dirty="0" err="1">
                <a:solidFill>
                  <a:schemeClr val="dk1"/>
                </a:solidFill>
                <a:latin typeface="Century Gothic"/>
                <a:ea typeface="Century Gothic"/>
                <a:cs typeface="Century Gothic"/>
                <a:sym typeface="Century Gothic"/>
              </a:rPr>
              <a:t>Crosscutting</a:t>
            </a:r>
            <a:r>
              <a:rPr lang="fr-FR" sz="2200" b="1" i="0" u="none" strike="noStrike" cap="none" dirty="0">
                <a:solidFill>
                  <a:schemeClr val="dk1"/>
                </a:solidFill>
                <a:latin typeface="Century Gothic"/>
                <a:ea typeface="Century Gothic"/>
                <a:cs typeface="Century Gothic"/>
                <a:sym typeface="Century Gothic"/>
              </a:rPr>
              <a:t> </a:t>
            </a:r>
            <a:r>
              <a:rPr lang="fr-FR" sz="2200" b="1" i="0" u="none" strike="noStrike" cap="none" dirty="0" err="1">
                <a:solidFill>
                  <a:schemeClr val="dk1"/>
                </a:solidFill>
                <a:latin typeface="Century Gothic"/>
                <a:ea typeface="Century Gothic"/>
                <a:cs typeface="Century Gothic"/>
                <a:sym typeface="Century Gothic"/>
              </a:rPr>
              <a:t>Concerns</a:t>
            </a:r>
            <a:r>
              <a:rPr lang="fr-FR" sz="2200" b="1" i="0" u="none" strike="noStrike" cap="none" dirty="0">
                <a:solidFill>
                  <a:schemeClr val="dk1"/>
                </a:solidFill>
                <a:latin typeface="Century Gothic"/>
                <a:ea typeface="Century Gothic"/>
                <a:cs typeface="Century Gothic"/>
                <a:sym typeface="Century Gothic"/>
              </a:rPr>
              <a:t> </a:t>
            </a:r>
            <a:endParaRPr sz="1400" b="0" i="0" u="none" strike="noStrike" cap="none" dirty="0">
              <a:solidFill>
                <a:srgbClr val="000000"/>
              </a:solidFill>
              <a:latin typeface="Arial"/>
              <a:ea typeface="Arial"/>
              <a:cs typeface="Arial"/>
              <a:sym typeface="Arial"/>
            </a:endParaRPr>
          </a:p>
          <a:p>
            <a:pPr marL="742950" marR="0" lvl="1" indent="-146050" algn="l" rtl="0">
              <a:lnSpc>
                <a:spcPct val="100000"/>
              </a:lnSpc>
              <a:spcBef>
                <a:spcPts val="440"/>
              </a:spcBef>
              <a:spcAft>
                <a:spcPts val="0"/>
              </a:spcAft>
              <a:buClr>
                <a:schemeClr val="dk1"/>
              </a:buClr>
              <a:buSzPts val="2200"/>
              <a:buFont typeface="Arial"/>
              <a:buNone/>
            </a:pPr>
            <a:endParaRPr sz="2200" b="0" i="0" u="none" strike="noStrike" cap="none" dirty="0">
              <a:solidFill>
                <a:schemeClr val="dk1"/>
              </a:solidFill>
              <a:latin typeface="Century Gothic"/>
              <a:ea typeface="Century Gothic"/>
              <a:cs typeface="Century Gothic"/>
              <a:sym typeface="Century Gothic"/>
            </a:endParaRPr>
          </a:p>
          <a:p>
            <a:pPr marL="742950" marR="0" lvl="1" indent="-285750" algn="l" rtl="0">
              <a:lnSpc>
                <a:spcPct val="100000"/>
              </a:lnSpc>
              <a:spcBef>
                <a:spcPts val="440"/>
              </a:spcBef>
              <a:spcAft>
                <a:spcPts val="0"/>
              </a:spcAft>
              <a:buClr>
                <a:schemeClr val="dk1"/>
              </a:buClr>
              <a:buSzPts val="2200"/>
              <a:buFont typeface="Arial"/>
              <a:buChar char="–"/>
            </a:pPr>
            <a:r>
              <a:rPr lang="fr-FR" sz="2200" b="0" i="0" u="none" strike="noStrike" cap="none" dirty="0">
                <a:solidFill>
                  <a:schemeClr val="dk1"/>
                </a:solidFill>
                <a:latin typeface="Century Gothic"/>
                <a:ea typeface="Century Gothic"/>
                <a:cs typeface="Century Gothic"/>
                <a:sym typeface="Century Gothic"/>
              </a:rPr>
              <a:t>Implémentation : </a:t>
            </a:r>
            <a:r>
              <a:rPr lang="fr-FR" sz="2200" b="1" i="0" u="none" strike="noStrike" cap="none" dirty="0" err="1">
                <a:solidFill>
                  <a:schemeClr val="dk1"/>
                </a:solidFill>
                <a:latin typeface="Century Gothic"/>
                <a:ea typeface="Century Gothic"/>
                <a:cs typeface="Century Gothic"/>
                <a:sym typeface="Century Gothic"/>
              </a:rPr>
              <a:t>JoinPoint</a:t>
            </a:r>
            <a:r>
              <a:rPr lang="fr-FR" sz="2200" b="1" i="0" u="none" strike="noStrike" cap="none" dirty="0">
                <a:solidFill>
                  <a:schemeClr val="dk1"/>
                </a:solidFill>
                <a:latin typeface="Century Gothic"/>
                <a:ea typeface="Century Gothic"/>
                <a:cs typeface="Century Gothic"/>
                <a:sym typeface="Century Gothic"/>
              </a:rPr>
              <a:t>, </a:t>
            </a:r>
            <a:r>
              <a:rPr lang="fr-FR" sz="2200" b="1" i="0" u="none" strike="noStrike" cap="none" dirty="0" err="1">
                <a:solidFill>
                  <a:schemeClr val="dk1"/>
                </a:solidFill>
                <a:latin typeface="Century Gothic"/>
                <a:ea typeface="Century Gothic"/>
                <a:cs typeface="Century Gothic"/>
                <a:sym typeface="Century Gothic"/>
              </a:rPr>
              <a:t>PointCut</a:t>
            </a:r>
            <a:r>
              <a:rPr lang="fr-FR" sz="2200" b="1" i="0" u="none" strike="noStrike" cap="none" dirty="0">
                <a:solidFill>
                  <a:schemeClr val="dk1"/>
                </a:solidFill>
                <a:latin typeface="Century Gothic"/>
                <a:ea typeface="Century Gothic"/>
                <a:cs typeface="Century Gothic"/>
                <a:sym typeface="Century Gothic"/>
              </a:rPr>
              <a:t>, </a:t>
            </a:r>
            <a:r>
              <a:rPr lang="fr-FR" sz="2200" b="1" i="0" u="none" strike="noStrike" cap="none" dirty="0" err="1">
                <a:solidFill>
                  <a:schemeClr val="dk1"/>
                </a:solidFill>
                <a:latin typeface="Century Gothic"/>
                <a:ea typeface="Century Gothic"/>
                <a:cs typeface="Century Gothic"/>
                <a:sym typeface="Century Gothic"/>
              </a:rPr>
              <a:t>Advise</a:t>
            </a:r>
            <a:r>
              <a:rPr lang="fr-FR" sz="2200" b="1" i="0" u="none" strike="noStrike" cap="none" dirty="0">
                <a:solidFill>
                  <a:schemeClr val="dk1"/>
                </a:solidFill>
                <a:latin typeface="Century Gothic"/>
                <a:ea typeface="Century Gothic"/>
                <a:cs typeface="Century Gothic"/>
                <a:sym typeface="Century Gothic"/>
              </a:rPr>
              <a:t>, Aspect, </a:t>
            </a:r>
            <a:r>
              <a:rPr lang="fr-FR" sz="2200" b="1" i="0" u="none" strike="noStrike" cap="none" dirty="0" err="1">
                <a:solidFill>
                  <a:schemeClr val="dk1"/>
                </a:solidFill>
                <a:latin typeface="Century Gothic"/>
                <a:ea typeface="Century Gothic"/>
                <a:cs typeface="Century Gothic"/>
                <a:sym typeface="Century Gothic"/>
              </a:rPr>
              <a:t>Weaving</a:t>
            </a:r>
            <a:r>
              <a:rPr lang="fr-FR" sz="2200" b="1" i="0" u="none" strike="noStrike" cap="none" dirty="0">
                <a:solidFill>
                  <a:schemeClr val="dk1"/>
                </a:solidFill>
                <a:latin typeface="Century Gothic"/>
                <a:ea typeface="Century Gothic"/>
                <a:cs typeface="Century Gothic"/>
                <a:sym typeface="Century Gothic"/>
              </a:rPr>
              <a:t>  </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440"/>
              </a:spcBef>
              <a:spcAft>
                <a:spcPts val="0"/>
              </a:spcAft>
              <a:buClr>
                <a:schemeClr val="dk1"/>
              </a:buClr>
              <a:buSzPts val="2200"/>
              <a:buFont typeface="Arial"/>
              <a:buChar char="–"/>
            </a:pPr>
            <a:r>
              <a:rPr lang="fr-FR" sz="2200" b="0" i="0" u="none" strike="noStrike" cap="none" dirty="0">
                <a:solidFill>
                  <a:schemeClr val="dk1"/>
                </a:solidFill>
                <a:latin typeface="Century Gothic"/>
                <a:ea typeface="Century Gothic"/>
                <a:cs typeface="Century Gothic"/>
                <a:sym typeface="Century Gothic"/>
              </a:rPr>
              <a:t>Types d’</a:t>
            </a:r>
            <a:r>
              <a:rPr lang="fr-FR" sz="2200" b="0" i="0" u="none" strike="noStrike" cap="none" dirty="0" err="1">
                <a:solidFill>
                  <a:schemeClr val="dk1"/>
                </a:solidFill>
                <a:latin typeface="Century Gothic"/>
                <a:ea typeface="Century Gothic"/>
                <a:cs typeface="Century Gothic"/>
                <a:sym typeface="Century Gothic"/>
              </a:rPr>
              <a:t>Advise</a:t>
            </a:r>
            <a:r>
              <a:rPr lang="fr-FR" sz="2200" b="0" i="0" u="none" strike="noStrike" cap="none" dirty="0">
                <a:solidFill>
                  <a:schemeClr val="dk1"/>
                </a:solidFill>
                <a:latin typeface="Century Gothic"/>
                <a:ea typeface="Century Gothic"/>
                <a:cs typeface="Century Gothic"/>
                <a:sym typeface="Century Gothic"/>
              </a:rPr>
              <a:t> : </a:t>
            </a:r>
            <a:r>
              <a:rPr lang="fr-FR" sz="2200" b="1" i="0" u="none" strike="noStrike" cap="none" dirty="0" err="1">
                <a:solidFill>
                  <a:schemeClr val="dk1"/>
                </a:solidFill>
                <a:latin typeface="Century Gothic"/>
                <a:ea typeface="Century Gothic"/>
                <a:cs typeface="Century Gothic"/>
                <a:sym typeface="Century Gothic"/>
              </a:rPr>
              <a:t>Before</a:t>
            </a:r>
            <a:r>
              <a:rPr lang="fr-FR" sz="2200" b="1" i="0" u="none" strike="noStrike" cap="none" dirty="0">
                <a:solidFill>
                  <a:schemeClr val="dk1"/>
                </a:solidFill>
                <a:latin typeface="Century Gothic"/>
                <a:ea typeface="Century Gothic"/>
                <a:cs typeface="Century Gothic"/>
                <a:sym typeface="Century Gothic"/>
              </a:rPr>
              <a:t>, </a:t>
            </a:r>
            <a:r>
              <a:rPr lang="fr-FR" sz="2200" b="1" i="0" u="none" strike="noStrike" cap="none" dirty="0" err="1">
                <a:solidFill>
                  <a:schemeClr val="dk1"/>
                </a:solidFill>
                <a:latin typeface="Century Gothic"/>
                <a:ea typeface="Century Gothic"/>
                <a:cs typeface="Century Gothic"/>
                <a:sym typeface="Century Gothic"/>
              </a:rPr>
              <a:t>After</a:t>
            </a:r>
            <a:r>
              <a:rPr lang="fr-FR" sz="2200" b="1" i="0" u="none" strike="noStrike" cap="none" dirty="0">
                <a:solidFill>
                  <a:schemeClr val="dk1"/>
                </a:solidFill>
                <a:latin typeface="Century Gothic"/>
                <a:ea typeface="Century Gothic"/>
                <a:cs typeface="Century Gothic"/>
                <a:sym typeface="Century Gothic"/>
              </a:rPr>
              <a:t>, </a:t>
            </a:r>
            <a:r>
              <a:rPr lang="fr-FR" sz="2200" b="1" i="0" u="none" strike="noStrike" cap="none" dirty="0" err="1">
                <a:solidFill>
                  <a:schemeClr val="dk1"/>
                </a:solidFill>
                <a:latin typeface="Century Gothic"/>
                <a:ea typeface="Century Gothic"/>
                <a:cs typeface="Century Gothic"/>
                <a:sym typeface="Century Gothic"/>
              </a:rPr>
              <a:t>Around</a:t>
            </a:r>
            <a:r>
              <a:rPr lang="fr-FR" sz="2200" b="1" i="0" u="none" strike="noStrike" cap="none" dirty="0">
                <a:solidFill>
                  <a:schemeClr val="dk1"/>
                </a:solidFill>
                <a:latin typeface="Century Gothic"/>
                <a:ea typeface="Century Gothic"/>
                <a:cs typeface="Century Gothic"/>
                <a:sym typeface="Century Gothic"/>
              </a:rPr>
              <a:t>, </a:t>
            </a:r>
            <a:r>
              <a:rPr lang="fr-FR" sz="2200" b="1" i="0" u="none" strike="noStrike" cap="none" dirty="0" err="1">
                <a:solidFill>
                  <a:schemeClr val="dk1"/>
                </a:solidFill>
                <a:latin typeface="Century Gothic"/>
                <a:ea typeface="Century Gothic"/>
                <a:cs typeface="Century Gothic"/>
                <a:sym typeface="Century Gothic"/>
              </a:rPr>
              <a:t>After</a:t>
            </a:r>
            <a:r>
              <a:rPr lang="fr-FR" sz="2200" b="1" i="0" u="none" strike="noStrike" cap="none" dirty="0">
                <a:solidFill>
                  <a:schemeClr val="dk1"/>
                </a:solidFill>
                <a:latin typeface="Century Gothic"/>
                <a:ea typeface="Century Gothic"/>
                <a:cs typeface="Century Gothic"/>
                <a:sym typeface="Century Gothic"/>
              </a:rPr>
              <a:t> </a:t>
            </a:r>
            <a:r>
              <a:rPr lang="fr-FR" sz="2200" b="1" i="0" u="none" strike="noStrike" cap="none" dirty="0" err="1">
                <a:solidFill>
                  <a:schemeClr val="dk1"/>
                </a:solidFill>
                <a:latin typeface="Century Gothic"/>
                <a:ea typeface="Century Gothic"/>
                <a:cs typeface="Century Gothic"/>
                <a:sym typeface="Century Gothic"/>
              </a:rPr>
              <a:t>Returning</a:t>
            </a:r>
            <a:r>
              <a:rPr lang="fr-FR" sz="2200" b="1" i="0" u="none" strike="noStrike" cap="none" dirty="0">
                <a:solidFill>
                  <a:schemeClr val="dk1"/>
                </a:solidFill>
                <a:latin typeface="Century Gothic"/>
                <a:ea typeface="Century Gothic"/>
                <a:cs typeface="Century Gothic"/>
                <a:sym typeface="Century Gothic"/>
              </a:rPr>
              <a:t>, </a:t>
            </a:r>
            <a:r>
              <a:rPr lang="fr-FR" sz="2200" b="1" i="0" u="none" strike="noStrike" cap="none" dirty="0" err="1">
                <a:solidFill>
                  <a:schemeClr val="dk1"/>
                </a:solidFill>
                <a:latin typeface="Century Gothic"/>
                <a:ea typeface="Century Gothic"/>
                <a:cs typeface="Century Gothic"/>
                <a:sym typeface="Century Gothic"/>
              </a:rPr>
              <a:t>After</a:t>
            </a:r>
            <a:r>
              <a:rPr lang="fr-FR" sz="2200" b="1" i="0" u="none" strike="noStrike" cap="none" dirty="0">
                <a:solidFill>
                  <a:schemeClr val="dk1"/>
                </a:solidFill>
                <a:latin typeface="Century Gothic"/>
                <a:ea typeface="Century Gothic"/>
                <a:cs typeface="Century Gothic"/>
                <a:sym typeface="Century Gothic"/>
              </a:rPr>
              <a:t> </a:t>
            </a:r>
            <a:r>
              <a:rPr lang="fr-FR" sz="2200" b="1" i="0" u="none" strike="noStrike" cap="none" dirty="0" err="1">
                <a:solidFill>
                  <a:schemeClr val="dk1"/>
                </a:solidFill>
                <a:latin typeface="Century Gothic"/>
                <a:ea typeface="Century Gothic"/>
                <a:cs typeface="Century Gothic"/>
                <a:sym typeface="Century Gothic"/>
              </a:rPr>
              <a:t>Throwing</a:t>
            </a:r>
            <a:r>
              <a:rPr lang="fr-FR" sz="2200" b="1" i="0" u="none" strike="noStrike" cap="none" dirty="0">
                <a:solidFill>
                  <a:schemeClr val="dk1"/>
                </a:solidFill>
                <a:latin typeface="Century Gothic"/>
                <a:ea typeface="Century Gothic"/>
                <a:cs typeface="Century Gothic"/>
                <a:sym typeface="Century Gothic"/>
              </a:rPr>
              <a:t> </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440"/>
              </a:spcBef>
              <a:spcAft>
                <a:spcPts val="0"/>
              </a:spcAft>
              <a:buClr>
                <a:schemeClr val="dk1"/>
              </a:buClr>
              <a:buSzPts val="2200"/>
              <a:buFont typeface="Arial"/>
              <a:buChar char="–"/>
            </a:pPr>
            <a:r>
              <a:rPr lang="fr-FR" sz="2200" b="1" i="0" u="none" strike="noStrike" cap="none" dirty="0">
                <a:solidFill>
                  <a:schemeClr val="dk1"/>
                </a:solidFill>
                <a:latin typeface="Century Gothic"/>
                <a:ea typeface="Century Gothic"/>
                <a:cs typeface="Century Gothic"/>
                <a:sym typeface="Century Gothic"/>
              </a:rPr>
              <a:t>Spring AOP ou </a:t>
            </a:r>
            <a:r>
              <a:rPr lang="fr-FR" sz="2200" b="1" i="0" u="none" strike="noStrike" cap="none" dirty="0" err="1">
                <a:solidFill>
                  <a:schemeClr val="dk1"/>
                </a:solidFill>
                <a:latin typeface="Century Gothic"/>
                <a:ea typeface="Century Gothic"/>
                <a:cs typeface="Century Gothic"/>
                <a:sym typeface="Century Gothic"/>
              </a:rPr>
              <a:t>AspectJ</a:t>
            </a:r>
            <a:r>
              <a:rPr lang="fr-FR" sz="2200" b="1" i="0" u="none" strike="noStrike" cap="none" dirty="0">
                <a:solidFill>
                  <a:schemeClr val="dk1"/>
                </a:solidFill>
                <a:latin typeface="Century Gothic"/>
                <a:ea typeface="Century Gothic"/>
                <a:cs typeface="Century Gothic"/>
                <a:sym typeface="Century Gothic"/>
              </a:rPr>
              <a:t> </a:t>
            </a:r>
            <a:endParaRPr sz="1400" b="0" i="0" u="none" strike="noStrike" cap="none" dirty="0">
              <a:solidFill>
                <a:srgbClr val="000000"/>
              </a:solidFill>
              <a:latin typeface="Arial"/>
              <a:ea typeface="Arial"/>
              <a:cs typeface="Arial"/>
              <a:sym typeface="Arial"/>
            </a:endParaRPr>
          </a:p>
          <a:p>
            <a:pPr marL="742950" marR="0" lvl="1" indent="-146050" algn="l" rtl="0">
              <a:lnSpc>
                <a:spcPct val="100000"/>
              </a:lnSpc>
              <a:spcBef>
                <a:spcPts val="440"/>
              </a:spcBef>
              <a:spcAft>
                <a:spcPts val="0"/>
              </a:spcAft>
              <a:buClr>
                <a:schemeClr val="dk1"/>
              </a:buClr>
              <a:buSzPts val="2200"/>
              <a:buFont typeface="Arial"/>
              <a:buNone/>
            </a:pPr>
            <a:endParaRPr sz="2200" b="0" i="0" u="none" strike="noStrike" cap="none" dirty="0">
              <a:solidFill>
                <a:schemeClr val="dk1"/>
              </a:solidFill>
              <a:latin typeface="Century Gothic"/>
              <a:ea typeface="Century Gothic"/>
              <a:cs typeface="Century Gothic"/>
              <a:sym typeface="Century Gothic"/>
            </a:endParaRPr>
          </a:p>
          <a:p>
            <a:pPr marL="742950" marR="0" lvl="1" indent="-285750" algn="l" rtl="0">
              <a:lnSpc>
                <a:spcPct val="100000"/>
              </a:lnSpc>
              <a:spcBef>
                <a:spcPts val="440"/>
              </a:spcBef>
              <a:spcAft>
                <a:spcPts val="0"/>
              </a:spcAft>
              <a:buClr>
                <a:schemeClr val="dk1"/>
              </a:buClr>
              <a:buSzPts val="2200"/>
              <a:buFont typeface="Arial"/>
              <a:buChar char="–"/>
            </a:pPr>
            <a:r>
              <a:rPr lang="fr-FR" sz="2200" b="0" i="0" u="none" strike="noStrike" cap="none" dirty="0">
                <a:solidFill>
                  <a:schemeClr val="dk1"/>
                </a:solidFill>
                <a:latin typeface="Century Gothic"/>
                <a:ea typeface="Century Gothic"/>
                <a:cs typeface="Century Gothic"/>
                <a:sym typeface="Century Gothic"/>
              </a:rPr>
              <a:t>TP1 </a:t>
            </a:r>
            <a:r>
              <a:rPr lang="fr-FR" sz="2200" b="1" i="0" u="none" strike="noStrike" cap="none" dirty="0">
                <a:solidFill>
                  <a:schemeClr val="dk1"/>
                </a:solidFill>
                <a:latin typeface="Century Gothic"/>
                <a:ea typeface="Century Gothic"/>
                <a:cs typeface="Century Gothic"/>
                <a:sym typeface="Century Gothic"/>
              </a:rPr>
              <a:t>AOP</a:t>
            </a:r>
            <a:r>
              <a:rPr lang="fr-FR" sz="2200" b="0" i="0" u="none" strike="noStrike" cap="none" dirty="0">
                <a:solidFill>
                  <a:schemeClr val="dk1"/>
                </a:solidFill>
                <a:latin typeface="Century Gothic"/>
                <a:ea typeface="Century Gothic"/>
                <a:cs typeface="Century Gothic"/>
                <a:sym typeface="Century Gothic"/>
              </a:rPr>
              <a:t> : Journalisation </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440"/>
              </a:spcBef>
              <a:spcAft>
                <a:spcPts val="0"/>
              </a:spcAft>
              <a:buClr>
                <a:schemeClr val="dk1"/>
              </a:buClr>
              <a:buSzPts val="2200"/>
              <a:buFont typeface="Arial"/>
              <a:buChar char="–"/>
            </a:pPr>
            <a:r>
              <a:rPr lang="fr-FR" sz="2200" b="0" i="0" u="none" strike="noStrike" cap="none" dirty="0">
                <a:solidFill>
                  <a:schemeClr val="dk1"/>
                </a:solidFill>
                <a:latin typeface="Century Gothic"/>
                <a:ea typeface="Century Gothic"/>
                <a:cs typeface="Century Gothic"/>
                <a:sym typeface="Century Gothic"/>
              </a:rPr>
              <a:t>TP2 </a:t>
            </a:r>
            <a:r>
              <a:rPr lang="fr-FR" sz="2200" b="1" i="0" u="none" strike="noStrike" cap="none" dirty="0">
                <a:solidFill>
                  <a:schemeClr val="dk1"/>
                </a:solidFill>
                <a:latin typeface="Century Gothic"/>
                <a:ea typeface="Century Gothic"/>
                <a:cs typeface="Century Gothic"/>
                <a:sym typeface="Century Gothic"/>
              </a:rPr>
              <a:t>AOP</a:t>
            </a:r>
            <a:r>
              <a:rPr lang="fr-FR" sz="2200" b="0" i="0" u="none" strike="noStrike" cap="none" dirty="0">
                <a:solidFill>
                  <a:schemeClr val="dk1"/>
                </a:solidFill>
                <a:latin typeface="Century Gothic"/>
                <a:ea typeface="Century Gothic"/>
                <a:cs typeface="Century Gothic"/>
                <a:sym typeface="Century Gothic"/>
              </a:rPr>
              <a:t> : Performance  </a:t>
            </a:r>
            <a:endParaRPr sz="1400" b="0" i="0" u="none" strike="noStrike" cap="none" dirty="0">
              <a:solidFill>
                <a:srgbClr val="000000"/>
              </a:solidFill>
              <a:latin typeface="Arial"/>
              <a:ea typeface="Arial"/>
              <a:cs typeface="Arial"/>
              <a:sym typeface="Arial"/>
            </a:endParaRPr>
          </a:p>
          <a:p>
            <a:pPr marL="742950" marR="0" lvl="1" indent="-146050" algn="l" rtl="0">
              <a:lnSpc>
                <a:spcPct val="100000"/>
              </a:lnSpc>
              <a:spcBef>
                <a:spcPts val="440"/>
              </a:spcBef>
              <a:spcAft>
                <a:spcPts val="0"/>
              </a:spcAft>
              <a:buClr>
                <a:schemeClr val="dk1"/>
              </a:buClr>
              <a:buSzPts val="2200"/>
              <a:buFont typeface="Arial"/>
              <a:buNone/>
            </a:pPr>
            <a:endParaRPr sz="2200" b="0" i="0" u="none" strike="noStrike" cap="none" dirty="0">
              <a:solidFill>
                <a:schemeClr val="dk1"/>
              </a:solidFill>
              <a:latin typeface="Century Gothic"/>
              <a:ea typeface="Century Gothic"/>
              <a:cs typeface="Century Gothic"/>
              <a:sym typeface="Century Gothic"/>
            </a:endParaRPr>
          </a:p>
        </p:txBody>
      </p:sp>
      <p:sp>
        <p:nvSpPr>
          <p:cNvPr id="39" name="Google Shape;39;p2"/>
          <p:cNvSpPr txBox="1">
            <a:spLocks noGrp="1"/>
          </p:cNvSpPr>
          <p:nvPr>
            <p:ph type="sldNum" idx="12"/>
          </p:nvPr>
        </p:nvSpPr>
        <p:spPr>
          <a:xfrm>
            <a:off x="9061476" y="7329489"/>
            <a:ext cx="1500198" cy="171714"/>
          </a:xfrm>
          <a:prstGeom prst="rect">
            <a:avLst/>
          </a:prstGeom>
          <a:noFill/>
          <a:ln>
            <a:noFill/>
          </a:ln>
        </p:spPr>
        <p:txBody>
          <a:bodyPr spcFirstLastPara="1" wrap="square" lIns="0" tIns="0" rIns="0" bIns="0" anchor="t" anchorCtr="0">
            <a:spAutoFit/>
          </a:bodyPr>
          <a:lstStyle/>
          <a:p>
            <a:pPr marL="186690" lvl="0" indent="0" algn="l" rtl="0">
              <a:lnSpc>
                <a:spcPct val="82812"/>
              </a:lnSpc>
              <a:spcBef>
                <a:spcPts val="0"/>
              </a:spcBef>
              <a:spcAft>
                <a:spcPts val="0"/>
              </a:spcAft>
              <a:buSzPts val="1600"/>
              <a:buNone/>
            </a:pPr>
            <a:fld id="{00000000-1234-1234-1234-123412341234}" type="slidenum">
              <a:rPr lang="fr-F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3"/>
          <p:cNvSpPr txBox="1"/>
          <p:nvPr/>
        </p:nvSpPr>
        <p:spPr>
          <a:xfrm>
            <a:off x="0" y="40897"/>
            <a:ext cx="10693400" cy="1018524"/>
          </a:xfrm>
          <a:prstGeom prst="rect">
            <a:avLst/>
          </a:prstGeom>
          <a:noFill/>
          <a:ln>
            <a:noFill/>
          </a:ln>
        </p:spPr>
        <p:txBody>
          <a:bodyPr spcFirstLastPara="1" wrap="square" lIns="0" tIns="520900" rIns="0" bIns="0" anchor="t" anchorCtr="0">
            <a:spAutoFit/>
          </a:bodyPr>
          <a:lstStyle/>
          <a:p>
            <a:pPr marL="12602" marR="0" lvl="0" indent="0" algn="ctr" rtl="0">
              <a:lnSpc>
                <a:spcPct val="100000"/>
              </a:lnSpc>
              <a:spcBef>
                <a:spcPts val="0"/>
              </a:spcBef>
              <a:spcAft>
                <a:spcPts val="0"/>
              </a:spcAft>
              <a:buClr>
                <a:srgbClr val="000000"/>
              </a:buClr>
              <a:buSzPts val="3200"/>
              <a:buFont typeface="Arial"/>
              <a:buNone/>
            </a:pPr>
            <a:r>
              <a:rPr lang="fr-FR" sz="3200" b="0" i="0" u="none" strike="noStrike" cap="none">
                <a:solidFill>
                  <a:schemeClr val="dk1"/>
                </a:solidFill>
                <a:latin typeface="Century Gothic"/>
                <a:ea typeface="Century Gothic"/>
                <a:cs typeface="Century Gothic"/>
                <a:sym typeface="Century Gothic"/>
              </a:rPr>
              <a:t>AOP</a:t>
            </a:r>
            <a:endParaRPr sz="1400" b="0" i="0" u="none" strike="noStrike" cap="none">
              <a:solidFill>
                <a:srgbClr val="000000"/>
              </a:solidFill>
              <a:latin typeface="Arial"/>
              <a:ea typeface="Arial"/>
              <a:cs typeface="Arial"/>
              <a:sym typeface="Arial"/>
            </a:endParaRPr>
          </a:p>
        </p:txBody>
      </p:sp>
      <p:sp>
        <p:nvSpPr>
          <p:cNvPr id="46" name="Google Shape;46;p3"/>
          <p:cNvSpPr/>
          <p:nvPr/>
        </p:nvSpPr>
        <p:spPr>
          <a:xfrm>
            <a:off x="0" y="1283393"/>
            <a:ext cx="10693400" cy="5943330"/>
          </a:xfrm>
          <a:prstGeom prst="rect">
            <a:avLst/>
          </a:prstGeom>
          <a:noFill/>
          <a:ln>
            <a:noFill/>
          </a:ln>
        </p:spPr>
        <p:txBody>
          <a:bodyPr spcFirstLastPara="1" wrap="square" lIns="100800" tIns="50400" rIns="100800" bIns="50400" anchor="t" anchorCtr="0">
            <a:normAutofit/>
          </a:bodyPr>
          <a:lstStyle/>
          <a:p>
            <a:pPr marL="342900" marR="0" lvl="0" indent="-203200" algn="l" rtl="0">
              <a:lnSpc>
                <a:spcPct val="100000"/>
              </a:lnSpc>
              <a:spcBef>
                <a:spcPts val="0"/>
              </a:spcBef>
              <a:spcAft>
                <a:spcPts val="0"/>
              </a:spcAft>
              <a:buClr>
                <a:schemeClr val="dk1"/>
              </a:buClr>
              <a:buSzPts val="2200"/>
              <a:buFont typeface="Arial"/>
              <a:buNone/>
            </a:pPr>
            <a:endParaRPr sz="2200" b="0" i="0" u="none" strike="noStrike" cap="none">
              <a:solidFill>
                <a:schemeClr val="dk1"/>
              </a:solidFill>
              <a:latin typeface="Century Gothic"/>
              <a:ea typeface="Century Gothic"/>
              <a:cs typeface="Century Gothic"/>
              <a:sym typeface="Century Gothic"/>
            </a:endParaRPr>
          </a:p>
          <a:p>
            <a:pPr marL="342900" marR="0" lvl="0" indent="-342900" algn="l" rtl="0">
              <a:lnSpc>
                <a:spcPct val="100000"/>
              </a:lnSpc>
              <a:spcBef>
                <a:spcPts val="440"/>
              </a:spcBef>
              <a:spcAft>
                <a:spcPts val="0"/>
              </a:spcAft>
              <a:buClr>
                <a:schemeClr val="dk1"/>
              </a:buClr>
              <a:buSzPts val="2200"/>
              <a:buFont typeface="Arial"/>
              <a:buChar char="•"/>
            </a:pPr>
            <a:r>
              <a:rPr lang="fr-FR" sz="2200" b="1" i="0" u="none" strike="noStrike" cap="none">
                <a:solidFill>
                  <a:schemeClr val="dk1"/>
                </a:solidFill>
                <a:latin typeface="Century Gothic"/>
                <a:ea typeface="Century Gothic"/>
                <a:cs typeface="Century Gothic"/>
                <a:sym typeface="Century Gothic"/>
              </a:rPr>
              <a:t>AOP</a:t>
            </a:r>
            <a:r>
              <a:rPr lang="fr-FR" sz="2200" b="0" i="0" u="none" strike="noStrike" cap="none">
                <a:solidFill>
                  <a:schemeClr val="dk1"/>
                </a:solidFill>
                <a:latin typeface="Century Gothic"/>
                <a:ea typeface="Century Gothic"/>
                <a:cs typeface="Century Gothic"/>
                <a:sym typeface="Century Gothic"/>
              </a:rPr>
              <a:t> : </a:t>
            </a:r>
            <a:r>
              <a:rPr lang="fr-FR" sz="2200" b="1" i="0" u="none" strike="noStrike" cap="none">
                <a:solidFill>
                  <a:schemeClr val="dk1"/>
                </a:solidFill>
                <a:latin typeface="Century Gothic"/>
                <a:ea typeface="Century Gothic"/>
                <a:cs typeface="Century Gothic"/>
                <a:sym typeface="Century Gothic"/>
              </a:rPr>
              <a:t>Aspect Oriented Programming</a:t>
            </a:r>
            <a:r>
              <a:rPr lang="fr-FR" sz="2200" b="0" i="0" u="none" strike="noStrike" cap="none">
                <a:solidFill>
                  <a:schemeClr val="dk1"/>
                </a:solidFill>
                <a:latin typeface="Century Gothic"/>
                <a:ea typeface="Century Gothic"/>
                <a:cs typeface="Century Gothic"/>
                <a:sym typeface="Century Gothic"/>
              </a:rPr>
              <a:t>, ou </a:t>
            </a:r>
            <a:r>
              <a:rPr lang="fr-FR" sz="2200" b="1" i="0" u="none" strike="noStrike" cap="none">
                <a:solidFill>
                  <a:schemeClr val="dk1"/>
                </a:solidFill>
                <a:latin typeface="Century Gothic"/>
                <a:ea typeface="Century Gothic"/>
                <a:cs typeface="Century Gothic"/>
                <a:sym typeface="Century Gothic"/>
              </a:rPr>
              <a:t>Programmation Orientée Aspect</a:t>
            </a:r>
            <a:r>
              <a:rPr lang="fr-FR" sz="2200" b="0" i="0" u="none" strike="noStrike" cap="none">
                <a:solidFill>
                  <a:schemeClr val="dk1"/>
                </a:solidFill>
                <a:latin typeface="Century Gothic"/>
                <a:ea typeface="Century Gothic"/>
                <a:cs typeface="Century Gothic"/>
                <a:sym typeface="Century Gothic"/>
              </a:rPr>
              <a:t> </a:t>
            </a:r>
            <a:endParaRPr sz="1400" b="0" i="0" u="none" strike="noStrike" cap="none">
              <a:solidFill>
                <a:srgbClr val="000000"/>
              </a:solidFill>
              <a:latin typeface="Arial"/>
              <a:ea typeface="Arial"/>
              <a:cs typeface="Arial"/>
              <a:sym typeface="Arial"/>
            </a:endParaRPr>
          </a:p>
          <a:p>
            <a:pPr marL="342900" marR="0" lvl="0" indent="-203200" algn="l" rtl="0">
              <a:lnSpc>
                <a:spcPct val="100000"/>
              </a:lnSpc>
              <a:spcBef>
                <a:spcPts val="440"/>
              </a:spcBef>
              <a:spcAft>
                <a:spcPts val="0"/>
              </a:spcAft>
              <a:buClr>
                <a:schemeClr val="dk1"/>
              </a:buClr>
              <a:buSzPts val="2200"/>
              <a:buFont typeface="Arial"/>
              <a:buNone/>
            </a:pPr>
            <a:endParaRPr sz="2200" b="0" i="0" u="none" strike="noStrike" cap="none">
              <a:solidFill>
                <a:schemeClr val="dk1"/>
              </a:solidFill>
              <a:latin typeface="Century Gothic"/>
              <a:ea typeface="Century Gothic"/>
              <a:cs typeface="Century Gothic"/>
              <a:sym typeface="Century Gothic"/>
            </a:endParaRPr>
          </a:p>
          <a:p>
            <a:pPr marL="342900" marR="0" lvl="0" indent="-342900" algn="l" rtl="0">
              <a:lnSpc>
                <a:spcPct val="100000"/>
              </a:lnSpc>
              <a:spcBef>
                <a:spcPts val="440"/>
              </a:spcBef>
              <a:spcAft>
                <a:spcPts val="0"/>
              </a:spcAft>
              <a:buClr>
                <a:schemeClr val="dk1"/>
              </a:buClr>
              <a:buSzPts val="2200"/>
              <a:buFont typeface="Arial"/>
              <a:buChar char="•"/>
            </a:pPr>
            <a:r>
              <a:rPr lang="fr-FR" sz="2200" b="0" i="0" u="none" strike="noStrike" cap="none">
                <a:solidFill>
                  <a:schemeClr val="dk1"/>
                </a:solidFill>
                <a:latin typeface="Century Gothic"/>
                <a:ea typeface="Century Gothic"/>
                <a:cs typeface="Century Gothic"/>
                <a:sym typeface="Century Gothic"/>
              </a:rPr>
              <a:t>Permet de rajouter des comportements à des classes ou des  méthodes existantes</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440"/>
              </a:spcBef>
              <a:spcAft>
                <a:spcPts val="0"/>
              </a:spcAft>
              <a:buClr>
                <a:schemeClr val="dk1"/>
              </a:buClr>
              <a:buSzPts val="2200"/>
              <a:buFont typeface="Arial"/>
              <a:buChar char="–"/>
            </a:pPr>
            <a:r>
              <a:rPr lang="fr-FR" sz="2200" b="0" i="0" u="none" strike="noStrike" cap="none">
                <a:solidFill>
                  <a:schemeClr val="dk1"/>
                </a:solidFill>
                <a:latin typeface="Century Gothic"/>
                <a:ea typeface="Century Gothic"/>
                <a:cs typeface="Century Gothic"/>
                <a:sym typeface="Century Gothic"/>
              </a:rPr>
              <a:t>Ajouter des traces (logs),  </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440"/>
              </a:spcBef>
              <a:spcAft>
                <a:spcPts val="0"/>
              </a:spcAft>
              <a:buClr>
                <a:schemeClr val="dk1"/>
              </a:buClr>
              <a:buSzPts val="2200"/>
              <a:buFont typeface="Arial"/>
              <a:buChar char="–"/>
            </a:pPr>
            <a:r>
              <a:rPr lang="fr-FR" sz="2200" b="0" i="0" u="none" strike="noStrike" cap="none">
                <a:solidFill>
                  <a:schemeClr val="dk1"/>
                </a:solidFill>
                <a:latin typeface="Century Gothic"/>
                <a:ea typeface="Century Gothic"/>
                <a:cs typeface="Century Gothic"/>
                <a:sym typeface="Century Gothic"/>
              </a:rPr>
              <a:t>Ajouter la gestion des transactions,  </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440"/>
              </a:spcBef>
              <a:spcAft>
                <a:spcPts val="0"/>
              </a:spcAft>
              <a:buClr>
                <a:schemeClr val="dk1"/>
              </a:buClr>
              <a:buSzPts val="2200"/>
              <a:buFont typeface="Arial"/>
              <a:buChar char="–"/>
            </a:pPr>
            <a:r>
              <a:rPr lang="fr-FR" sz="2200" b="0" i="0" u="none" strike="noStrike" cap="none">
                <a:solidFill>
                  <a:schemeClr val="dk1"/>
                </a:solidFill>
                <a:latin typeface="Century Gothic"/>
                <a:ea typeface="Century Gothic"/>
                <a:cs typeface="Century Gothic"/>
                <a:sym typeface="Century Gothic"/>
              </a:rPr>
              <a:t>Ajouter la gestion de la sécurité,  </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440"/>
              </a:spcBef>
              <a:spcAft>
                <a:spcPts val="0"/>
              </a:spcAft>
              <a:buClr>
                <a:schemeClr val="dk1"/>
              </a:buClr>
              <a:buSzPts val="2200"/>
              <a:buFont typeface="Arial"/>
              <a:buChar char="–"/>
            </a:pPr>
            <a:r>
              <a:rPr lang="fr-FR" sz="2200" b="0" i="0" u="none" strike="noStrike" cap="none">
                <a:solidFill>
                  <a:schemeClr val="dk1"/>
                </a:solidFill>
                <a:latin typeface="Century Gothic"/>
                <a:ea typeface="Century Gothic"/>
                <a:cs typeface="Century Gothic"/>
                <a:sym typeface="Century Gothic"/>
              </a:rPr>
              <a:t>Ajouter du monitoring,</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440"/>
              </a:spcBef>
              <a:spcAft>
                <a:spcPts val="0"/>
              </a:spcAft>
              <a:buClr>
                <a:schemeClr val="dk1"/>
              </a:buClr>
              <a:buSzPts val="2200"/>
              <a:buFont typeface="Arial"/>
              <a:buChar char="–"/>
            </a:pPr>
            <a:r>
              <a:rPr lang="fr-FR" sz="2200" b="0" i="0" u="none" strike="noStrike" cap="none">
                <a:solidFill>
                  <a:schemeClr val="dk1"/>
                </a:solidFill>
                <a:latin typeface="Century Gothic"/>
                <a:ea typeface="Century Gothic"/>
                <a:cs typeface="Century Gothic"/>
                <a:sym typeface="Century Gothic"/>
              </a:rPr>
              <a:t>Il s’agit de problématiques transverses (</a:t>
            </a:r>
            <a:r>
              <a:rPr lang="fr-FR" sz="2200" b="1" i="0" u="none" strike="noStrike" cap="none">
                <a:solidFill>
                  <a:schemeClr val="dk1"/>
                </a:solidFill>
                <a:latin typeface="Century Gothic"/>
                <a:ea typeface="Century Gothic"/>
                <a:cs typeface="Century Gothic"/>
                <a:sym typeface="Century Gothic"/>
              </a:rPr>
              <a:t>Crosscutting concerns</a:t>
            </a:r>
            <a:r>
              <a:rPr lang="fr-FR" sz="2200" b="0" i="0" u="none" strike="noStrike" cap="none">
                <a:solidFill>
                  <a:schemeClr val="dk1"/>
                </a:solidFill>
                <a:latin typeface="Century Gothic"/>
                <a:ea typeface="Century Gothic"/>
                <a:cs typeface="Century Gothic"/>
                <a:sym typeface="Century Gothic"/>
              </a:rPr>
              <a:t>), en général, techniques. </a:t>
            </a:r>
            <a:endParaRPr sz="1400" b="0" i="0" u="none" strike="noStrike" cap="none">
              <a:solidFill>
                <a:srgbClr val="000000"/>
              </a:solidFill>
              <a:latin typeface="Arial"/>
              <a:ea typeface="Arial"/>
              <a:cs typeface="Arial"/>
              <a:sym typeface="Arial"/>
            </a:endParaRPr>
          </a:p>
          <a:p>
            <a:pPr marL="742950" marR="0" lvl="1" indent="-146050" algn="l" rtl="0">
              <a:lnSpc>
                <a:spcPct val="100000"/>
              </a:lnSpc>
              <a:spcBef>
                <a:spcPts val="440"/>
              </a:spcBef>
              <a:spcAft>
                <a:spcPts val="0"/>
              </a:spcAft>
              <a:buClr>
                <a:schemeClr val="dk1"/>
              </a:buClr>
              <a:buSzPts val="2200"/>
              <a:buFont typeface="Arial"/>
              <a:buNone/>
            </a:pPr>
            <a:endParaRPr sz="2200" b="0" i="0" u="none" strike="noStrike" cap="none">
              <a:solidFill>
                <a:schemeClr val="dk1"/>
              </a:solidFill>
              <a:latin typeface="Century Gothic"/>
              <a:ea typeface="Century Gothic"/>
              <a:cs typeface="Century Gothic"/>
              <a:sym typeface="Century Gothic"/>
            </a:endParaRPr>
          </a:p>
        </p:txBody>
      </p:sp>
      <p:sp>
        <p:nvSpPr>
          <p:cNvPr id="47" name="Google Shape;47;p3"/>
          <p:cNvSpPr txBox="1">
            <a:spLocks noGrp="1"/>
          </p:cNvSpPr>
          <p:nvPr>
            <p:ph type="sldNum" idx="12"/>
          </p:nvPr>
        </p:nvSpPr>
        <p:spPr>
          <a:xfrm>
            <a:off x="9061476" y="7329489"/>
            <a:ext cx="1500198" cy="171714"/>
          </a:xfrm>
          <a:prstGeom prst="rect">
            <a:avLst/>
          </a:prstGeom>
          <a:noFill/>
          <a:ln>
            <a:noFill/>
          </a:ln>
        </p:spPr>
        <p:txBody>
          <a:bodyPr spcFirstLastPara="1" wrap="square" lIns="0" tIns="0" rIns="0" bIns="0" anchor="t" anchorCtr="0">
            <a:spAutoFit/>
          </a:bodyPr>
          <a:lstStyle/>
          <a:p>
            <a:pPr marL="186690" lvl="0" indent="0" algn="l" rtl="0">
              <a:lnSpc>
                <a:spcPct val="82812"/>
              </a:lnSpc>
              <a:spcBef>
                <a:spcPts val="0"/>
              </a:spcBef>
              <a:spcAft>
                <a:spcPts val="0"/>
              </a:spcAft>
              <a:buSzPts val="1600"/>
              <a:buNone/>
            </a:pPr>
            <a:fld id="{00000000-1234-1234-1234-123412341234}" type="slidenum">
              <a:rPr lang="fr-F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4"/>
          <p:cNvSpPr txBox="1"/>
          <p:nvPr/>
        </p:nvSpPr>
        <p:spPr>
          <a:xfrm>
            <a:off x="0" y="40897"/>
            <a:ext cx="10693400" cy="1018524"/>
          </a:xfrm>
          <a:prstGeom prst="rect">
            <a:avLst/>
          </a:prstGeom>
          <a:noFill/>
          <a:ln>
            <a:noFill/>
          </a:ln>
        </p:spPr>
        <p:txBody>
          <a:bodyPr spcFirstLastPara="1" wrap="square" lIns="0" tIns="520900" rIns="0" bIns="0" anchor="t" anchorCtr="0">
            <a:spAutoFit/>
          </a:bodyPr>
          <a:lstStyle/>
          <a:p>
            <a:pPr marL="12602" marR="0" lvl="0" indent="0" algn="ctr" rtl="0">
              <a:lnSpc>
                <a:spcPct val="100000"/>
              </a:lnSpc>
              <a:spcBef>
                <a:spcPts val="0"/>
              </a:spcBef>
              <a:spcAft>
                <a:spcPts val="0"/>
              </a:spcAft>
              <a:buClr>
                <a:srgbClr val="000000"/>
              </a:buClr>
              <a:buSzPts val="3200"/>
              <a:buFont typeface="Arial"/>
              <a:buNone/>
            </a:pPr>
            <a:r>
              <a:rPr lang="fr-FR" sz="3200" b="0" i="0" u="none" strike="noStrike" cap="none" dirty="0">
                <a:solidFill>
                  <a:schemeClr val="dk1"/>
                </a:solidFill>
                <a:latin typeface="Century Gothic"/>
                <a:ea typeface="Century Gothic"/>
                <a:cs typeface="Century Gothic"/>
                <a:sym typeface="Century Gothic"/>
              </a:rPr>
              <a:t>AOP </a:t>
            </a:r>
            <a:endParaRPr sz="1400" b="0" i="0" u="none" strike="noStrike" cap="none" dirty="0">
              <a:solidFill>
                <a:srgbClr val="000000"/>
              </a:solidFill>
              <a:latin typeface="Arial"/>
              <a:ea typeface="Arial"/>
              <a:cs typeface="Arial"/>
              <a:sym typeface="Arial"/>
            </a:endParaRPr>
          </a:p>
        </p:txBody>
      </p:sp>
      <p:sp>
        <p:nvSpPr>
          <p:cNvPr id="54" name="Google Shape;54;p4"/>
          <p:cNvSpPr/>
          <p:nvPr/>
        </p:nvSpPr>
        <p:spPr>
          <a:xfrm>
            <a:off x="0" y="1283393"/>
            <a:ext cx="10693400" cy="5943330"/>
          </a:xfrm>
          <a:prstGeom prst="rect">
            <a:avLst/>
          </a:prstGeom>
          <a:noFill/>
          <a:ln>
            <a:noFill/>
          </a:ln>
        </p:spPr>
        <p:txBody>
          <a:bodyPr spcFirstLastPara="1" wrap="square" lIns="100800" tIns="50400" rIns="100800" bIns="50400" anchor="t" anchorCtr="0">
            <a:normAutofit/>
          </a:bodyPr>
          <a:lstStyle/>
          <a:p>
            <a:pPr marL="342900" marR="0" lvl="0" indent="-203200" algn="l" rtl="0">
              <a:lnSpc>
                <a:spcPct val="100000"/>
              </a:lnSpc>
              <a:spcBef>
                <a:spcPts val="440"/>
              </a:spcBef>
              <a:spcAft>
                <a:spcPts val="0"/>
              </a:spcAft>
              <a:buClr>
                <a:schemeClr val="dk1"/>
              </a:buClr>
              <a:buSzPts val="2200"/>
              <a:buFont typeface="Arial"/>
              <a:buNone/>
            </a:pPr>
            <a:endParaRPr sz="2200" b="0" i="0" u="none" strike="noStrike" cap="none" dirty="0">
              <a:solidFill>
                <a:schemeClr val="dk1"/>
              </a:solidFill>
              <a:latin typeface="Century Gothic"/>
              <a:ea typeface="Century Gothic"/>
              <a:cs typeface="Century Gothic"/>
              <a:sym typeface="Century Gothic"/>
            </a:endParaRPr>
          </a:p>
        </p:txBody>
      </p:sp>
      <p:sp>
        <p:nvSpPr>
          <p:cNvPr id="55" name="Google Shape;55;p4"/>
          <p:cNvSpPr txBox="1">
            <a:spLocks noGrp="1"/>
          </p:cNvSpPr>
          <p:nvPr>
            <p:ph type="sldNum" idx="12"/>
          </p:nvPr>
        </p:nvSpPr>
        <p:spPr>
          <a:xfrm>
            <a:off x="9061476" y="7329489"/>
            <a:ext cx="1500198" cy="171714"/>
          </a:xfrm>
          <a:prstGeom prst="rect">
            <a:avLst/>
          </a:prstGeom>
          <a:noFill/>
          <a:ln>
            <a:noFill/>
          </a:ln>
        </p:spPr>
        <p:txBody>
          <a:bodyPr spcFirstLastPara="1" wrap="square" lIns="0" tIns="0" rIns="0" bIns="0" anchor="t" anchorCtr="0">
            <a:spAutoFit/>
          </a:bodyPr>
          <a:lstStyle/>
          <a:p>
            <a:pPr marL="186690" lvl="0" indent="0" algn="l" rtl="0">
              <a:lnSpc>
                <a:spcPct val="82812"/>
              </a:lnSpc>
              <a:spcBef>
                <a:spcPts val="0"/>
              </a:spcBef>
              <a:spcAft>
                <a:spcPts val="0"/>
              </a:spcAft>
              <a:buSzPts val="1600"/>
              <a:buNone/>
            </a:pPr>
            <a:fld id="{00000000-1234-1234-1234-123412341234}" type="slidenum">
              <a:rPr lang="fr-FR"/>
              <a:t>4</a:t>
            </a:fld>
            <a:endParaRPr/>
          </a:p>
        </p:txBody>
      </p:sp>
      <p:pic>
        <p:nvPicPr>
          <p:cNvPr id="3" name="Image 2" descr="Une image contenant texte, capture d’écran, cercle, Police&#10;&#10;Description générée automatiquement">
            <a:extLst>
              <a:ext uri="{FF2B5EF4-FFF2-40B4-BE49-F238E27FC236}">
                <a16:creationId xmlns:a16="http://schemas.microsoft.com/office/drawing/2014/main" id="{5DEFC218-8E0C-84D4-A440-DA1E7BB14018}"/>
              </a:ext>
            </a:extLst>
          </p:cNvPr>
          <p:cNvPicPr>
            <a:picLocks noChangeAspect="1"/>
          </p:cNvPicPr>
          <p:nvPr/>
        </p:nvPicPr>
        <p:blipFill>
          <a:blip r:embed="rId3"/>
          <a:stretch>
            <a:fillRect/>
          </a:stretch>
        </p:blipFill>
        <p:spPr>
          <a:xfrm>
            <a:off x="1535832" y="1549190"/>
            <a:ext cx="7621736" cy="508115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5"/>
          <p:cNvSpPr txBox="1"/>
          <p:nvPr/>
        </p:nvSpPr>
        <p:spPr>
          <a:xfrm>
            <a:off x="0" y="40897"/>
            <a:ext cx="10693400" cy="895322"/>
          </a:xfrm>
          <a:prstGeom prst="rect">
            <a:avLst/>
          </a:prstGeom>
          <a:noFill/>
          <a:ln>
            <a:noFill/>
          </a:ln>
        </p:spPr>
        <p:txBody>
          <a:bodyPr spcFirstLastPara="1" wrap="square" lIns="0" tIns="520900" rIns="0" bIns="0" anchor="t" anchorCtr="0">
            <a:spAutoFit/>
          </a:bodyPr>
          <a:lstStyle/>
          <a:p>
            <a:pPr marL="12602" marR="0" lvl="0" indent="0" algn="ctr" rtl="0">
              <a:lnSpc>
                <a:spcPct val="100000"/>
              </a:lnSpc>
              <a:spcBef>
                <a:spcPts val="0"/>
              </a:spcBef>
              <a:spcAft>
                <a:spcPts val="0"/>
              </a:spcAft>
              <a:buClr>
                <a:srgbClr val="000000"/>
              </a:buClr>
              <a:buSzPts val="2400"/>
              <a:buFont typeface="Arial"/>
              <a:buNone/>
            </a:pPr>
            <a:r>
              <a:rPr lang="fr-FR" sz="2400" b="0" i="0" u="none" strike="noStrike" cap="none">
                <a:solidFill>
                  <a:schemeClr val="dk1"/>
                </a:solidFill>
                <a:latin typeface="Century Gothic"/>
                <a:ea typeface="Century Gothic"/>
                <a:cs typeface="Century Gothic"/>
                <a:sym typeface="Century Gothic"/>
              </a:rPr>
              <a:t>Programmation : Procédurale / Orientée Objets / Orientée Aspects</a:t>
            </a:r>
            <a:endParaRPr sz="1400" b="0" i="0" u="none" strike="noStrike" cap="none">
              <a:solidFill>
                <a:srgbClr val="000000"/>
              </a:solidFill>
              <a:latin typeface="Arial"/>
              <a:ea typeface="Arial"/>
              <a:cs typeface="Arial"/>
              <a:sym typeface="Arial"/>
            </a:endParaRPr>
          </a:p>
        </p:txBody>
      </p:sp>
      <p:sp>
        <p:nvSpPr>
          <p:cNvPr id="62" name="Google Shape;62;p5"/>
          <p:cNvSpPr txBox="1">
            <a:spLocks noGrp="1"/>
          </p:cNvSpPr>
          <p:nvPr>
            <p:ph type="sldNum" idx="12"/>
          </p:nvPr>
        </p:nvSpPr>
        <p:spPr>
          <a:xfrm>
            <a:off x="9061476" y="7329489"/>
            <a:ext cx="1500198" cy="171714"/>
          </a:xfrm>
          <a:prstGeom prst="rect">
            <a:avLst/>
          </a:prstGeom>
          <a:noFill/>
          <a:ln>
            <a:noFill/>
          </a:ln>
        </p:spPr>
        <p:txBody>
          <a:bodyPr spcFirstLastPara="1" wrap="square" lIns="0" tIns="0" rIns="0" bIns="0" anchor="t" anchorCtr="0">
            <a:spAutoFit/>
          </a:bodyPr>
          <a:lstStyle/>
          <a:p>
            <a:pPr marL="186690" lvl="0" indent="0" algn="l" rtl="0">
              <a:lnSpc>
                <a:spcPct val="82812"/>
              </a:lnSpc>
              <a:spcBef>
                <a:spcPts val="0"/>
              </a:spcBef>
              <a:spcAft>
                <a:spcPts val="0"/>
              </a:spcAft>
              <a:buSzPts val="1600"/>
              <a:buNone/>
            </a:pPr>
            <a:fld id="{00000000-1234-1234-1234-123412341234}" type="slidenum">
              <a:rPr lang="fr-FR"/>
              <a:t>5</a:t>
            </a:fld>
            <a:endParaRPr/>
          </a:p>
        </p:txBody>
      </p:sp>
      <p:graphicFrame>
        <p:nvGraphicFramePr>
          <p:cNvPr id="63" name="Google Shape;63;p5"/>
          <p:cNvGraphicFramePr/>
          <p:nvPr/>
        </p:nvGraphicFramePr>
        <p:xfrm>
          <a:off x="838563" y="2352665"/>
          <a:ext cx="9030550" cy="3519325"/>
        </p:xfrm>
        <a:graphic>
          <a:graphicData uri="http://schemas.openxmlformats.org/drawingml/2006/table">
            <a:tbl>
              <a:tblPr>
                <a:gradFill>
                  <a:gsLst>
                    <a:gs pos="0">
                      <a:srgbClr val="9FC3FF"/>
                    </a:gs>
                    <a:gs pos="35000">
                      <a:srgbClr val="BDD5FF"/>
                    </a:gs>
                    <a:gs pos="100000">
                      <a:srgbClr val="E4EEFF"/>
                    </a:gs>
                  </a:gsLst>
                  <a:lin ang="16200000" scaled="0"/>
                </a:gradFill>
                <a:tableStyleId>{6020DAB5-F8CF-416D-A7A9-38FACEB55415}</a:tableStyleId>
              </a:tblPr>
              <a:tblGrid>
                <a:gridCol w="3919825">
                  <a:extLst>
                    <a:ext uri="{9D8B030D-6E8A-4147-A177-3AD203B41FA5}">
                      <a16:colId xmlns:a16="http://schemas.microsoft.com/office/drawing/2014/main" val="20000"/>
                    </a:ext>
                  </a:extLst>
                </a:gridCol>
                <a:gridCol w="2986375">
                  <a:extLst>
                    <a:ext uri="{9D8B030D-6E8A-4147-A177-3AD203B41FA5}">
                      <a16:colId xmlns:a16="http://schemas.microsoft.com/office/drawing/2014/main" val="20001"/>
                    </a:ext>
                  </a:extLst>
                </a:gridCol>
                <a:gridCol w="2124350">
                  <a:extLst>
                    <a:ext uri="{9D8B030D-6E8A-4147-A177-3AD203B41FA5}">
                      <a16:colId xmlns:a16="http://schemas.microsoft.com/office/drawing/2014/main" val="20002"/>
                    </a:ext>
                  </a:extLst>
                </a:gridCol>
              </a:tblGrid>
              <a:tr h="596575">
                <a:tc>
                  <a:txBody>
                    <a:bodyPr/>
                    <a:lstStyle/>
                    <a:p>
                      <a:pPr marL="0" marR="0" lvl="0" indent="0" algn="ctr" rtl="0">
                        <a:lnSpc>
                          <a:spcPct val="100000"/>
                        </a:lnSpc>
                        <a:spcBef>
                          <a:spcPts val="0"/>
                        </a:spcBef>
                        <a:spcAft>
                          <a:spcPts val="0"/>
                        </a:spcAft>
                        <a:buClr>
                          <a:srgbClr val="000000"/>
                        </a:buClr>
                        <a:buSzPts val="1800"/>
                        <a:buFont typeface="Calibri"/>
                        <a:buNone/>
                      </a:pPr>
                      <a:r>
                        <a:rPr lang="fr-FR" sz="1800" b="1" u="none" strike="noStrike" cap="none"/>
                        <a:t>Modèle</a:t>
                      </a:r>
                      <a:endParaRPr sz="1800" b="1" u="none" strike="noStrike" cap="none">
                        <a:highlight>
                          <a:srgbClr val="D9D9D9"/>
                        </a:highlight>
                      </a:endParaRP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800"/>
                        <a:buFont typeface="Calibri"/>
                        <a:buNone/>
                      </a:pPr>
                      <a:r>
                        <a:rPr lang="fr-FR" sz="1800" b="1" u="none" strike="noStrike" cap="none"/>
                        <a:t>Préoccupation</a:t>
                      </a:r>
                      <a:endParaRPr sz="1800" b="1" u="none" strike="noStrike" cap="none"/>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800"/>
                        <a:buFont typeface="Calibri"/>
                        <a:buNone/>
                      </a:pPr>
                      <a:r>
                        <a:rPr lang="fr-FR" sz="1800" b="1" u="none" strike="noStrike" cap="none"/>
                        <a:t>Elément</a:t>
                      </a:r>
                      <a:endParaRPr sz="1800" b="1" u="none" strike="noStrike" cap="none"/>
                    </a:p>
                  </a:txBody>
                  <a:tcPr marL="91425" marR="91425" marT="91425" marB="91425" anchor="ctr"/>
                </a:tc>
                <a:extLst>
                  <a:ext uri="{0D108BD9-81ED-4DB2-BD59-A6C34878D82A}">
                    <a16:rowId xmlns:a16="http://schemas.microsoft.com/office/drawing/2014/main" val="10000"/>
                  </a:ext>
                </a:extLst>
              </a:tr>
              <a:tr h="974250">
                <a:tc>
                  <a:txBody>
                    <a:bodyPr/>
                    <a:lstStyle/>
                    <a:p>
                      <a:pPr marL="0" marR="0" lvl="0" indent="0" algn="ctr" rtl="0">
                        <a:lnSpc>
                          <a:spcPct val="115000"/>
                        </a:lnSpc>
                        <a:spcBef>
                          <a:spcPts val="0"/>
                        </a:spcBef>
                        <a:spcAft>
                          <a:spcPts val="0"/>
                        </a:spcAft>
                        <a:buClr>
                          <a:srgbClr val="000000"/>
                        </a:buClr>
                        <a:buSzPts val="1100"/>
                        <a:buFont typeface="Arial"/>
                        <a:buNone/>
                      </a:pPr>
                      <a:r>
                        <a:rPr lang="fr-FR" sz="1800" u="none" strike="noStrike" cap="none"/>
                        <a:t>Programmation Procédurale</a:t>
                      </a:r>
                      <a:endParaRPr sz="1800" u="none" strike="noStrike" cap="none"/>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100"/>
                        <a:buFont typeface="Arial"/>
                        <a:buNone/>
                      </a:pPr>
                      <a:r>
                        <a:rPr lang="fr-FR" sz="1800" u="none" strike="noStrike" cap="none"/>
                        <a:t>Découper le code en portions</a:t>
                      </a:r>
                      <a:endParaRPr sz="1800" u="none" strike="noStrike" cap="none"/>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100"/>
                        <a:buFont typeface="Arial"/>
                        <a:buNone/>
                      </a:pPr>
                      <a:r>
                        <a:rPr lang="fr-FR" sz="1800" u="none" strike="noStrike" cap="none"/>
                        <a:t>Fonction, procédure</a:t>
                      </a:r>
                      <a:endParaRPr sz="1800" u="none" strike="noStrike" cap="none"/>
                    </a:p>
                  </a:txBody>
                  <a:tcPr marL="91425" marR="91425" marT="91425" marB="91425" anchor="ctr"/>
                </a:tc>
                <a:extLst>
                  <a:ext uri="{0D108BD9-81ED-4DB2-BD59-A6C34878D82A}">
                    <a16:rowId xmlns:a16="http://schemas.microsoft.com/office/drawing/2014/main" val="10001"/>
                  </a:ext>
                </a:extLst>
              </a:tr>
              <a:tr h="974250">
                <a:tc>
                  <a:txBody>
                    <a:bodyPr/>
                    <a:lstStyle/>
                    <a:p>
                      <a:pPr marL="0" marR="0" lvl="0" indent="0" algn="ctr" rtl="0">
                        <a:lnSpc>
                          <a:spcPct val="115000"/>
                        </a:lnSpc>
                        <a:spcBef>
                          <a:spcPts val="0"/>
                        </a:spcBef>
                        <a:spcAft>
                          <a:spcPts val="0"/>
                        </a:spcAft>
                        <a:buClr>
                          <a:srgbClr val="000000"/>
                        </a:buClr>
                        <a:buSzPts val="1800"/>
                        <a:buFont typeface="Calibri"/>
                        <a:buNone/>
                      </a:pPr>
                      <a:r>
                        <a:rPr lang="fr-FR" sz="1800" b="1" u="none" strike="noStrike" cap="none"/>
                        <a:t>OOP</a:t>
                      </a:r>
                      <a:r>
                        <a:rPr lang="fr-FR" sz="1800" u="none" strike="noStrike" cap="none"/>
                        <a:t> : Programmation Orientée Objets</a:t>
                      </a:r>
                      <a:endParaRPr sz="1800" u="none" strike="noStrike" cap="none"/>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100"/>
                        <a:buFont typeface="Arial"/>
                        <a:buNone/>
                      </a:pPr>
                      <a:r>
                        <a:rPr lang="fr-FR" sz="1800" u="none" strike="noStrike" cap="none"/>
                        <a:t>Données sous forme d'objets</a:t>
                      </a:r>
                      <a:endParaRPr sz="1800" u="none" strike="noStrike" cap="none"/>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800"/>
                        <a:buFont typeface="Calibri"/>
                        <a:buNone/>
                      </a:pPr>
                      <a:r>
                        <a:rPr lang="fr-FR" sz="1800" u="none" strike="noStrike" cap="none"/>
                        <a:t>Classe</a:t>
                      </a:r>
                      <a:endParaRPr sz="1800" u="none" strike="noStrike" cap="none"/>
                    </a:p>
                  </a:txBody>
                  <a:tcPr marL="91425" marR="91425" marT="91425" marB="91425" anchor="ctr"/>
                </a:tc>
                <a:extLst>
                  <a:ext uri="{0D108BD9-81ED-4DB2-BD59-A6C34878D82A}">
                    <a16:rowId xmlns:a16="http://schemas.microsoft.com/office/drawing/2014/main" val="10002"/>
                  </a:ext>
                </a:extLst>
              </a:tr>
              <a:tr h="974250">
                <a:tc>
                  <a:txBody>
                    <a:bodyPr/>
                    <a:lstStyle/>
                    <a:p>
                      <a:pPr marL="0" marR="0" lvl="0" indent="0" algn="ctr" rtl="0">
                        <a:lnSpc>
                          <a:spcPct val="115000"/>
                        </a:lnSpc>
                        <a:spcBef>
                          <a:spcPts val="0"/>
                        </a:spcBef>
                        <a:spcAft>
                          <a:spcPts val="0"/>
                        </a:spcAft>
                        <a:buClr>
                          <a:srgbClr val="000000"/>
                        </a:buClr>
                        <a:buSzPts val="1100"/>
                        <a:buFont typeface="Arial"/>
                        <a:buNone/>
                      </a:pPr>
                      <a:r>
                        <a:rPr lang="fr-FR" sz="1800" b="1" u="none" strike="noStrike" cap="none"/>
                        <a:t>AOP</a:t>
                      </a:r>
                      <a:r>
                        <a:rPr lang="fr-FR" sz="1800" u="none" strike="noStrike" cap="none"/>
                        <a:t> : Programmation Orientée Aspects</a:t>
                      </a:r>
                      <a:endParaRPr sz="1800" u="none" strike="noStrike" cap="none"/>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100"/>
                        <a:buFont typeface="Arial"/>
                        <a:buNone/>
                      </a:pPr>
                      <a:r>
                        <a:rPr lang="fr-FR" sz="1800" u="none" strike="noStrike" cap="none"/>
                        <a:t>Fonctionnalités  transverses </a:t>
                      </a:r>
                      <a:br>
                        <a:rPr lang="fr-FR" sz="1800" u="none" strike="noStrike" cap="none"/>
                      </a:br>
                      <a:r>
                        <a:rPr lang="fr-FR" sz="1800" u="none" strike="noStrike" cap="none"/>
                        <a:t>Crosscutting Concerns</a:t>
                      </a:r>
                      <a:endParaRPr sz="1800" u="none" strike="noStrike" cap="none"/>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800"/>
                        <a:buFont typeface="Calibri"/>
                        <a:buNone/>
                      </a:pPr>
                      <a:r>
                        <a:rPr lang="fr-FR" sz="1800" b="1" u="none" strike="noStrike" cap="none"/>
                        <a:t>Aspect</a:t>
                      </a:r>
                      <a:endParaRPr sz="1800" b="1" u="none" strike="noStrike" cap="none"/>
                    </a:p>
                  </a:txBody>
                  <a:tcPr marL="91425" marR="91425" marT="91425" marB="91425"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6"/>
          <p:cNvSpPr txBox="1"/>
          <p:nvPr/>
        </p:nvSpPr>
        <p:spPr>
          <a:xfrm>
            <a:off x="0" y="40897"/>
            <a:ext cx="10693400" cy="895322"/>
          </a:xfrm>
          <a:prstGeom prst="rect">
            <a:avLst/>
          </a:prstGeom>
          <a:noFill/>
          <a:ln>
            <a:noFill/>
          </a:ln>
        </p:spPr>
        <p:txBody>
          <a:bodyPr spcFirstLastPara="1" wrap="square" lIns="0" tIns="520900" rIns="0" bIns="0" anchor="t" anchorCtr="0">
            <a:spAutoFit/>
          </a:bodyPr>
          <a:lstStyle/>
          <a:p>
            <a:pPr marL="12602" marR="0" lvl="0" indent="0" algn="ctr" rtl="0">
              <a:lnSpc>
                <a:spcPct val="100000"/>
              </a:lnSpc>
              <a:spcBef>
                <a:spcPts val="0"/>
              </a:spcBef>
              <a:spcAft>
                <a:spcPts val="0"/>
              </a:spcAft>
              <a:buClr>
                <a:srgbClr val="000000"/>
              </a:buClr>
              <a:buSzPts val="2400"/>
              <a:buFont typeface="Arial"/>
              <a:buNone/>
            </a:pPr>
            <a:r>
              <a:rPr lang="fr-FR" sz="2400" b="0" i="0" u="none" strike="noStrike" cap="none">
                <a:solidFill>
                  <a:schemeClr val="dk1"/>
                </a:solidFill>
                <a:latin typeface="Century Gothic"/>
                <a:ea typeface="Century Gothic"/>
                <a:cs typeface="Century Gothic"/>
                <a:sym typeface="Century Gothic"/>
              </a:rPr>
              <a:t>Programmation : Orientée Objets / Orientée Aspects</a:t>
            </a:r>
            <a:endParaRPr sz="1400" b="0" i="0" u="none" strike="noStrike" cap="none">
              <a:solidFill>
                <a:srgbClr val="000000"/>
              </a:solidFill>
              <a:latin typeface="Arial"/>
              <a:ea typeface="Arial"/>
              <a:cs typeface="Arial"/>
              <a:sym typeface="Arial"/>
            </a:endParaRPr>
          </a:p>
        </p:txBody>
      </p:sp>
      <p:sp>
        <p:nvSpPr>
          <p:cNvPr id="70" name="Google Shape;70;p6"/>
          <p:cNvSpPr txBox="1">
            <a:spLocks noGrp="1"/>
          </p:cNvSpPr>
          <p:nvPr>
            <p:ph type="sldNum" idx="12"/>
          </p:nvPr>
        </p:nvSpPr>
        <p:spPr>
          <a:xfrm>
            <a:off x="9061476" y="7329489"/>
            <a:ext cx="1500198" cy="171714"/>
          </a:xfrm>
          <a:prstGeom prst="rect">
            <a:avLst/>
          </a:prstGeom>
          <a:noFill/>
          <a:ln>
            <a:noFill/>
          </a:ln>
        </p:spPr>
        <p:txBody>
          <a:bodyPr spcFirstLastPara="1" wrap="square" lIns="0" tIns="0" rIns="0" bIns="0" anchor="t" anchorCtr="0">
            <a:spAutoFit/>
          </a:bodyPr>
          <a:lstStyle/>
          <a:p>
            <a:pPr marL="186690" lvl="0" indent="0" algn="l" rtl="0">
              <a:lnSpc>
                <a:spcPct val="82812"/>
              </a:lnSpc>
              <a:spcBef>
                <a:spcPts val="0"/>
              </a:spcBef>
              <a:spcAft>
                <a:spcPts val="0"/>
              </a:spcAft>
              <a:buSzPts val="1600"/>
              <a:buNone/>
            </a:pPr>
            <a:fld id="{00000000-1234-1234-1234-123412341234}" type="slidenum">
              <a:rPr lang="fr-FR"/>
              <a:t>6</a:t>
            </a:fld>
            <a:endParaRPr/>
          </a:p>
        </p:txBody>
      </p:sp>
      <p:pic>
        <p:nvPicPr>
          <p:cNvPr id="71" name="Google Shape;71;p6" descr="https://image.slidesharecdn.com/aspect-orientedprograming-introduction-130920065300-phpapp02/95/aspect-oriented-programing-introduction-10-638.jpg?cb=1379660144"/>
          <p:cNvPicPr preferRelativeResize="0"/>
          <p:nvPr/>
        </p:nvPicPr>
        <p:blipFill rotWithShape="1">
          <a:blip r:embed="rId3">
            <a:alphaModFix/>
          </a:blip>
          <a:srcRect/>
          <a:stretch/>
        </p:blipFill>
        <p:spPr>
          <a:xfrm>
            <a:off x="1951035" y="1683000"/>
            <a:ext cx="6791330" cy="509882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7"/>
          <p:cNvSpPr txBox="1"/>
          <p:nvPr/>
        </p:nvSpPr>
        <p:spPr>
          <a:xfrm>
            <a:off x="0" y="40897"/>
            <a:ext cx="10693400" cy="1018432"/>
          </a:xfrm>
          <a:prstGeom prst="rect">
            <a:avLst/>
          </a:prstGeom>
          <a:noFill/>
          <a:ln>
            <a:noFill/>
          </a:ln>
        </p:spPr>
        <p:txBody>
          <a:bodyPr spcFirstLastPara="1" wrap="square" lIns="0" tIns="520900" rIns="0" bIns="0" anchor="t" anchorCtr="0">
            <a:spAutoFit/>
          </a:bodyPr>
          <a:lstStyle/>
          <a:p>
            <a:pPr marL="12602" marR="0" lvl="0" indent="0" algn="ctr" rtl="0">
              <a:lnSpc>
                <a:spcPct val="100000"/>
              </a:lnSpc>
              <a:spcBef>
                <a:spcPts val="0"/>
              </a:spcBef>
              <a:spcAft>
                <a:spcPts val="0"/>
              </a:spcAft>
              <a:buClr>
                <a:srgbClr val="000000"/>
              </a:buClr>
              <a:buSzPts val="3200"/>
              <a:buFont typeface="Arial"/>
              <a:buNone/>
            </a:pPr>
            <a:r>
              <a:rPr lang="fr-FR" sz="3200" b="0" i="0" u="none" strike="noStrike" cap="none">
                <a:solidFill>
                  <a:schemeClr val="dk1"/>
                </a:solidFill>
                <a:latin typeface="Calibri"/>
                <a:ea typeface="Calibri"/>
                <a:cs typeface="Calibri"/>
                <a:sym typeface="Calibri"/>
              </a:rPr>
              <a:t>Problématique : </a:t>
            </a:r>
            <a:r>
              <a:rPr lang="fr-FR" sz="3200" b="0" i="0" u="none" strike="noStrike" cap="none">
                <a:solidFill>
                  <a:schemeClr val="dk1"/>
                </a:solidFill>
                <a:latin typeface="Century Gothic"/>
                <a:ea typeface="Century Gothic"/>
                <a:cs typeface="Century Gothic"/>
                <a:sym typeface="Century Gothic"/>
              </a:rPr>
              <a:t>Cross Cutting Concerns</a:t>
            </a:r>
            <a:endParaRPr sz="3200" b="0" i="0" u="none" strike="noStrike" cap="none">
              <a:solidFill>
                <a:schemeClr val="dk1"/>
              </a:solidFill>
              <a:latin typeface="Century Gothic"/>
              <a:ea typeface="Century Gothic"/>
              <a:cs typeface="Century Gothic"/>
              <a:sym typeface="Century Gothic"/>
            </a:endParaRPr>
          </a:p>
        </p:txBody>
      </p:sp>
      <p:sp>
        <p:nvSpPr>
          <p:cNvPr id="78" name="Google Shape;78;p7"/>
          <p:cNvSpPr/>
          <p:nvPr/>
        </p:nvSpPr>
        <p:spPr>
          <a:xfrm>
            <a:off x="304801" y="1283393"/>
            <a:ext cx="10083800" cy="5943330"/>
          </a:xfrm>
          <a:prstGeom prst="rect">
            <a:avLst/>
          </a:prstGeom>
          <a:noFill/>
          <a:ln>
            <a:noFill/>
          </a:ln>
        </p:spPr>
        <p:txBody>
          <a:bodyPr spcFirstLastPara="1" wrap="square" lIns="100800" tIns="50400" rIns="100800" bIns="50400" anchor="t" anchorCtr="0">
            <a:normAutofit/>
          </a:bodyPr>
          <a:lstStyle/>
          <a:p>
            <a:pPr marL="342900" marR="0" lvl="0" indent="-19050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Century Gothic"/>
              <a:ea typeface="Century Gothic"/>
              <a:cs typeface="Century Gothic"/>
              <a:sym typeface="Century Gothic"/>
            </a:endParaRPr>
          </a:p>
          <a:p>
            <a:pPr marL="342900" marR="0" lvl="0" indent="-342900" algn="l" rtl="0">
              <a:lnSpc>
                <a:spcPct val="100000"/>
              </a:lnSpc>
              <a:spcBef>
                <a:spcPts val="480"/>
              </a:spcBef>
              <a:spcAft>
                <a:spcPts val="0"/>
              </a:spcAft>
              <a:buClr>
                <a:schemeClr val="dk1"/>
              </a:buClr>
              <a:buSzPts val="2400"/>
              <a:buFont typeface="Arial"/>
              <a:buChar char="•"/>
            </a:pPr>
            <a:r>
              <a:rPr lang="fr-FR" sz="2400" b="0" i="0" u="none" strike="noStrike" cap="none">
                <a:solidFill>
                  <a:schemeClr val="dk1"/>
                </a:solidFill>
                <a:latin typeface="Century Gothic"/>
                <a:ea typeface="Century Gothic"/>
                <a:cs typeface="Century Gothic"/>
                <a:sym typeface="Century Gothic"/>
              </a:rPr>
              <a:t>Exemple de “cross cutting concerns” : Tracing, caching, Transaction, security, performance monitoring, Error handling. </a:t>
            </a:r>
            <a:endParaRPr sz="1400" b="0" i="0" u="none" strike="noStrike" cap="none">
              <a:solidFill>
                <a:srgbClr val="000000"/>
              </a:solidFill>
              <a:latin typeface="Arial"/>
              <a:ea typeface="Arial"/>
              <a:cs typeface="Arial"/>
              <a:sym typeface="Arial"/>
            </a:endParaRPr>
          </a:p>
          <a:p>
            <a:pPr marL="342900" marR="0" lvl="0" indent="-190500" algn="l" rtl="0">
              <a:lnSpc>
                <a:spcPct val="100000"/>
              </a:lnSpc>
              <a:spcBef>
                <a:spcPts val="480"/>
              </a:spcBef>
              <a:spcAft>
                <a:spcPts val="0"/>
              </a:spcAft>
              <a:buClr>
                <a:schemeClr val="dk1"/>
              </a:buClr>
              <a:buSzPts val="2400"/>
              <a:buFont typeface="Arial"/>
              <a:buNone/>
            </a:pPr>
            <a:endParaRPr sz="2400" b="0" i="0" u="none" strike="noStrike" cap="none">
              <a:solidFill>
                <a:schemeClr val="dk1"/>
              </a:solidFill>
              <a:latin typeface="Century Gothic"/>
              <a:ea typeface="Century Gothic"/>
              <a:cs typeface="Century Gothic"/>
              <a:sym typeface="Century Gothic"/>
            </a:endParaRPr>
          </a:p>
          <a:p>
            <a:pPr marL="342900" marR="0" lvl="0" indent="-342900" algn="l" rtl="0">
              <a:lnSpc>
                <a:spcPct val="100000"/>
              </a:lnSpc>
              <a:spcBef>
                <a:spcPts val="480"/>
              </a:spcBef>
              <a:spcAft>
                <a:spcPts val="0"/>
              </a:spcAft>
              <a:buClr>
                <a:schemeClr val="dk1"/>
              </a:buClr>
              <a:buSzPts val="2400"/>
              <a:buFont typeface="Arial"/>
              <a:buChar char="•"/>
            </a:pPr>
            <a:r>
              <a:rPr lang="fr-FR" sz="2400" b="0" i="0" u="none" strike="noStrike" cap="none">
                <a:solidFill>
                  <a:schemeClr val="dk1"/>
                </a:solidFill>
                <a:latin typeface="Century Gothic"/>
                <a:ea typeface="Century Gothic"/>
                <a:cs typeface="Century Gothic"/>
                <a:sym typeface="Century Gothic"/>
              </a:rPr>
              <a:t>Impact des “cross-cutting concerns”  sur notre système (sans AOP) :</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440"/>
              </a:spcBef>
              <a:spcAft>
                <a:spcPts val="0"/>
              </a:spcAft>
              <a:buClr>
                <a:schemeClr val="dk1"/>
              </a:buClr>
              <a:buSzPts val="2200"/>
              <a:buFont typeface="Arial"/>
              <a:buChar char="–"/>
            </a:pPr>
            <a:r>
              <a:rPr lang="fr-FR" sz="2200" b="1" i="0" u="none" strike="noStrike" cap="none">
                <a:solidFill>
                  <a:schemeClr val="dk1"/>
                </a:solidFill>
                <a:latin typeface="Century Gothic"/>
                <a:ea typeface="Century Gothic"/>
                <a:cs typeface="Century Gothic"/>
                <a:sym typeface="Century Gothic"/>
              </a:rPr>
              <a:t>Tangling</a:t>
            </a:r>
            <a:r>
              <a:rPr lang="fr-FR" sz="2200" b="0" i="0" u="none" strike="noStrike" cap="none">
                <a:solidFill>
                  <a:schemeClr val="dk1"/>
                </a:solidFill>
                <a:latin typeface="Century Gothic"/>
                <a:ea typeface="Century Gothic"/>
                <a:cs typeface="Century Gothic"/>
                <a:sym typeface="Century Gothic"/>
              </a:rPr>
              <a:t> : Mélange du code métier avec du code de (sécurité, traçage ...).</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440"/>
              </a:spcBef>
              <a:spcAft>
                <a:spcPts val="0"/>
              </a:spcAft>
              <a:buClr>
                <a:schemeClr val="dk1"/>
              </a:buClr>
              <a:buSzPts val="2200"/>
              <a:buFont typeface="Arial"/>
              <a:buChar char="–"/>
            </a:pPr>
            <a:r>
              <a:rPr lang="fr-FR" sz="2200" b="1" i="0" u="none" strike="noStrike" cap="none">
                <a:solidFill>
                  <a:schemeClr val="dk1"/>
                </a:solidFill>
                <a:latin typeface="Century Gothic"/>
                <a:ea typeface="Century Gothic"/>
                <a:cs typeface="Century Gothic"/>
                <a:sym typeface="Century Gothic"/>
              </a:rPr>
              <a:t>Scattering</a:t>
            </a:r>
            <a:r>
              <a:rPr lang="fr-FR" sz="2200" b="0" i="0" u="none" strike="noStrike" cap="none">
                <a:solidFill>
                  <a:schemeClr val="dk1"/>
                </a:solidFill>
                <a:latin typeface="Century Gothic"/>
                <a:ea typeface="Century Gothic"/>
                <a:cs typeface="Century Gothic"/>
                <a:sym typeface="Century Gothic"/>
              </a:rPr>
              <a:t> : Duplication d’un bout de code dans plusieurs endroits. (tel que test de sécurité).</a:t>
            </a:r>
            <a:endParaRPr sz="1400" b="0" i="0" u="none" strike="noStrike" cap="none">
              <a:solidFill>
                <a:srgbClr val="000000"/>
              </a:solidFill>
              <a:latin typeface="Arial"/>
              <a:ea typeface="Arial"/>
              <a:cs typeface="Arial"/>
              <a:sym typeface="Arial"/>
            </a:endParaRPr>
          </a:p>
          <a:p>
            <a:pPr marL="342900" marR="0" lvl="0" indent="-190500" algn="l" rtl="0">
              <a:lnSpc>
                <a:spcPct val="100000"/>
              </a:lnSpc>
              <a:spcBef>
                <a:spcPts val="480"/>
              </a:spcBef>
              <a:spcAft>
                <a:spcPts val="0"/>
              </a:spcAft>
              <a:buClr>
                <a:schemeClr val="dk1"/>
              </a:buClr>
              <a:buSzPts val="2400"/>
              <a:buFont typeface="Arial"/>
              <a:buNone/>
            </a:pPr>
            <a:endParaRPr sz="2400" b="0" i="0" u="none" strike="noStrike" cap="none">
              <a:solidFill>
                <a:schemeClr val="dk1"/>
              </a:solidFill>
              <a:latin typeface="Century Gothic"/>
              <a:ea typeface="Century Gothic"/>
              <a:cs typeface="Century Gothic"/>
              <a:sym typeface="Century Gothic"/>
            </a:endParaRPr>
          </a:p>
          <a:p>
            <a:pPr marL="342900" marR="0" lvl="0" indent="-342900" algn="l" rtl="0">
              <a:lnSpc>
                <a:spcPct val="100000"/>
              </a:lnSpc>
              <a:spcBef>
                <a:spcPts val="480"/>
              </a:spcBef>
              <a:spcAft>
                <a:spcPts val="0"/>
              </a:spcAft>
              <a:buClr>
                <a:schemeClr val="dk1"/>
              </a:buClr>
              <a:buSzPts val="2400"/>
              <a:buFont typeface="Arial"/>
              <a:buChar char="•"/>
            </a:pPr>
            <a:r>
              <a:rPr lang="fr-FR" sz="2400" b="0" i="0" u="none" strike="noStrike" cap="none">
                <a:solidFill>
                  <a:schemeClr val="dk1"/>
                </a:solidFill>
                <a:latin typeface="Century Gothic"/>
                <a:ea typeface="Century Gothic"/>
                <a:cs typeface="Century Gothic"/>
                <a:sym typeface="Century Gothic"/>
              </a:rPr>
              <a:t>⇒ Problème de </a:t>
            </a:r>
            <a:r>
              <a:rPr lang="fr-FR" sz="2400" b="1" i="0" u="none" strike="noStrike" cap="none">
                <a:solidFill>
                  <a:schemeClr val="dk1"/>
                </a:solidFill>
                <a:latin typeface="Century Gothic"/>
                <a:ea typeface="Century Gothic"/>
                <a:cs typeface="Century Gothic"/>
                <a:sym typeface="Century Gothic"/>
              </a:rPr>
              <a:t>maintenabilité</a:t>
            </a:r>
            <a:r>
              <a:rPr lang="fr-FR" sz="2400" b="0" i="0" u="none" strike="noStrike" cap="none">
                <a:solidFill>
                  <a:schemeClr val="dk1"/>
                </a:solidFill>
                <a:latin typeface="Century Gothic"/>
                <a:ea typeface="Century Gothic"/>
                <a:cs typeface="Century Gothic"/>
                <a:sym typeface="Century Gothic"/>
              </a:rPr>
              <a:t>.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80"/>
              </a:spcBef>
              <a:spcAft>
                <a:spcPts val="0"/>
              </a:spcAft>
              <a:buClr>
                <a:schemeClr val="dk1"/>
              </a:buClr>
              <a:buSzPts val="2400"/>
              <a:buFont typeface="Arial"/>
              <a:buChar char="•"/>
            </a:pPr>
            <a:r>
              <a:rPr lang="fr-FR" sz="2400" b="0" i="0" u="none" strike="noStrike" cap="none">
                <a:solidFill>
                  <a:schemeClr val="dk1"/>
                </a:solidFill>
                <a:latin typeface="Century Gothic"/>
                <a:ea typeface="Century Gothic"/>
                <a:cs typeface="Century Gothic"/>
                <a:sym typeface="Century Gothic"/>
              </a:rPr>
              <a:t>L’AOP peut être une solution à ces problèmes (Tangling, Scattering). </a:t>
            </a:r>
            <a:endParaRPr sz="1400" b="0" i="0" u="none" strike="noStrike" cap="none">
              <a:solidFill>
                <a:srgbClr val="000000"/>
              </a:solidFill>
              <a:latin typeface="Arial"/>
              <a:ea typeface="Arial"/>
              <a:cs typeface="Arial"/>
              <a:sym typeface="Arial"/>
            </a:endParaRPr>
          </a:p>
          <a:p>
            <a:pPr marL="342900" marR="0" lvl="0" indent="-190500" algn="l" rtl="0">
              <a:lnSpc>
                <a:spcPct val="100000"/>
              </a:lnSpc>
              <a:spcBef>
                <a:spcPts val="480"/>
              </a:spcBef>
              <a:spcAft>
                <a:spcPts val="0"/>
              </a:spcAft>
              <a:buClr>
                <a:schemeClr val="dk1"/>
              </a:buClr>
              <a:buSzPts val="2400"/>
              <a:buFont typeface="Arial"/>
              <a:buNone/>
            </a:pPr>
            <a:endParaRPr sz="2400" b="0" i="0" u="none" strike="noStrike" cap="none">
              <a:solidFill>
                <a:schemeClr val="dk1"/>
              </a:solidFill>
              <a:latin typeface="Century Gothic"/>
              <a:ea typeface="Century Gothic"/>
              <a:cs typeface="Century Gothic"/>
              <a:sym typeface="Century Gothic"/>
            </a:endParaRPr>
          </a:p>
        </p:txBody>
      </p:sp>
      <p:sp>
        <p:nvSpPr>
          <p:cNvPr id="79" name="Google Shape;79;p7"/>
          <p:cNvSpPr txBox="1">
            <a:spLocks noGrp="1"/>
          </p:cNvSpPr>
          <p:nvPr>
            <p:ph type="sldNum" idx="12"/>
          </p:nvPr>
        </p:nvSpPr>
        <p:spPr>
          <a:xfrm>
            <a:off x="9061476" y="7329489"/>
            <a:ext cx="1500198" cy="171714"/>
          </a:xfrm>
          <a:prstGeom prst="rect">
            <a:avLst/>
          </a:prstGeom>
          <a:noFill/>
          <a:ln>
            <a:noFill/>
          </a:ln>
        </p:spPr>
        <p:txBody>
          <a:bodyPr spcFirstLastPara="1" wrap="square" lIns="0" tIns="0" rIns="0" bIns="0" anchor="t" anchorCtr="0">
            <a:spAutoFit/>
          </a:bodyPr>
          <a:lstStyle/>
          <a:p>
            <a:pPr marL="186690" lvl="0" indent="0" algn="l" rtl="0">
              <a:lnSpc>
                <a:spcPct val="82812"/>
              </a:lnSpc>
              <a:spcBef>
                <a:spcPts val="0"/>
              </a:spcBef>
              <a:spcAft>
                <a:spcPts val="0"/>
              </a:spcAft>
              <a:buSzPts val="1600"/>
              <a:buNone/>
            </a:pPr>
            <a:fld id="{00000000-1234-1234-1234-123412341234}" type="slidenum">
              <a:rPr lang="fr-FR"/>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8"/>
          <p:cNvSpPr txBox="1"/>
          <p:nvPr/>
        </p:nvSpPr>
        <p:spPr>
          <a:xfrm>
            <a:off x="0" y="40897"/>
            <a:ext cx="10693400" cy="1018524"/>
          </a:xfrm>
          <a:prstGeom prst="rect">
            <a:avLst/>
          </a:prstGeom>
          <a:noFill/>
          <a:ln>
            <a:noFill/>
          </a:ln>
        </p:spPr>
        <p:txBody>
          <a:bodyPr spcFirstLastPara="1" wrap="square" lIns="0" tIns="520900" rIns="0" bIns="0" anchor="t" anchorCtr="0">
            <a:spAutoFit/>
          </a:bodyPr>
          <a:lstStyle/>
          <a:p>
            <a:pPr marL="12602" marR="0" lvl="0" indent="0" algn="ctr" rtl="0">
              <a:lnSpc>
                <a:spcPct val="100000"/>
              </a:lnSpc>
              <a:spcBef>
                <a:spcPts val="0"/>
              </a:spcBef>
              <a:spcAft>
                <a:spcPts val="0"/>
              </a:spcAft>
              <a:buClr>
                <a:srgbClr val="000000"/>
              </a:buClr>
              <a:buSzPts val="3200"/>
              <a:buFont typeface="Arial"/>
              <a:buNone/>
            </a:pPr>
            <a:r>
              <a:rPr lang="fr-FR" sz="3200" b="0" i="0" u="none" strike="noStrike" cap="none">
                <a:solidFill>
                  <a:schemeClr val="dk1"/>
                </a:solidFill>
                <a:latin typeface="Century Gothic"/>
                <a:ea typeface="Century Gothic"/>
                <a:cs typeface="Century Gothic"/>
                <a:sym typeface="Century Gothic"/>
              </a:rPr>
              <a:t>SoC / DRY / Crosscutting Concerns</a:t>
            </a:r>
            <a:endParaRPr sz="3200" b="0" i="0" u="none" strike="noStrike" cap="none">
              <a:solidFill>
                <a:schemeClr val="dk1"/>
              </a:solidFill>
              <a:latin typeface="Century Gothic"/>
              <a:ea typeface="Century Gothic"/>
              <a:cs typeface="Century Gothic"/>
              <a:sym typeface="Century Gothic"/>
            </a:endParaRPr>
          </a:p>
        </p:txBody>
      </p:sp>
      <p:sp>
        <p:nvSpPr>
          <p:cNvPr id="86" name="Google Shape;86;p8"/>
          <p:cNvSpPr/>
          <p:nvPr/>
        </p:nvSpPr>
        <p:spPr>
          <a:xfrm>
            <a:off x="304801" y="1283393"/>
            <a:ext cx="10083800" cy="5943330"/>
          </a:xfrm>
          <a:prstGeom prst="rect">
            <a:avLst/>
          </a:prstGeom>
          <a:noFill/>
          <a:ln>
            <a:noFill/>
          </a:ln>
        </p:spPr>
        <p:txBody>
          <a:bodyPr spcFirstLastPara="1" wrap="square" lIns="100800" tIns="50400" rIns="100800" bIns="50400" anchor="t" anchorCtr="0">
            <a:normAutofit/>
          </a:bodyPr>
          <a:lstStyle/>
          <a:p>
            <a:pPr marL="342900" marR="0" lvl="0" indent="-19050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Century Gothic"/>
              <a:ea typeface="Century Gothic"/>
              <a:cs typeface="Century Gothic"/>
              <a:sym typeface="Century Gothic"/>
            </a:endParaRPr>
          </a:p>
          <a:p>
            <a:pPr marL="342900" marR="0" lvl="0" indent="-342900" algn="l" rtl="0">
              <a:lnSpc>
                <a:spcPct val="100000"/>
              </a:lnSpc>
              <a:spcBef>
                <a:spcPts val="480"/>
              </a:spcBef>
              <a:spcAft>
                <a:spcPts val="0"/>
              </a:spcAft>
              <a:buClr>
                <a:schemeClr val="dk1"/>
              </a:buClr>
              <a:buSzPts val="2400"/>
              <a:buFont typeface="Arial"/>
              <a:buChar char="•"/>
            </a:pPr>
            <a:r>
              <a:rPr lang="fr-FR" sz="2400" b="0" i="0" u="none" strike="noStrike" cap="none">
                <a:solidFill>
                  <a:schemeClr val="dk1"/>
                </a:solidFill>
                <a:latin typeface="Century Gothic"/>
                <a:ea typeface="Century Gothic"/>
                <a:cs typeface="Century Gothic"/>
                <a:sym typeface="Century Gothic"/>
              </a:rPr>
              <a:t>Separation of Concerns (</a:t>
            </a:r>
            <a:r>
              <a:rPr lang="fr-FR" sz="2400" b="1" i="0" u="none" strike="noStrike" cap="none">
                <a:solidFill>
                  <a:schemeClr val="dk1"/>
                </a:solidFill>
                <a:latin typeface="Century Gothic"/>
                <a:ea typeface="Century Gothic"/>
                <a:cs typeface="Century Gothic"/>
                <a:sym typeface="Century Gothic"/>
              </a:rPr>
              <a:t>SoC</a:t>
            </a:r>
            <a:r>
              <a:rPr lang="fr-FR" sz="2400" b="0" i="0" u="none" strike="noStrike" cap="none">
                <a:solidFill>
                  <a:schemeClr val="dk1"/>
                </a:solidFill>
                <a:latin typeface="Century Gothic"/>
                <a:ea typeface="Century Gothic"/>
                <a:cs typeface="Century Gothic"/>
                <a:sym typeface="Century Gothic"/>
              </a:rPr>
              <a:t>) : Au lieu d'avoir un appel direct à un module technique depuis un module métier, en AOP, le code du module en cours de développement est concentré sur le but poursuivi (la logique métier).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80"/>
              </a:spcBef>
              <a:spcAft>
                <a:spcPts val="0"/>
              </a:spcAft>
              <a:buClr>
                <a:schemeClr val="dk1"/>
              </a:buClr>
              <a:buSzPts val="2400"/>
              <a:buFont typeface="Arial"/>
              <a:buChar char="•"/>
            </a:pPr>
            <a:r>
              <a:rPr lang="fr-FR" sz="2400" b="0" i="0" u="none" strike="noStrike" cap="none">
                <a:solidFill>
                  <a:schemeClr val="dk1"/>
                </a:solidFill>
                <a:latin typeface="Century Gothic"/>
                <a:ea typeface="Century Gothic"/>
                <a:cs typeface="Century Gothic"/>
                <a:sym typeface="Century Gothic"/>
              </a:rPr>
              <a:t>L’AOP permet d’enrichir ce code métier avec ces fonctionnalités transversale (</a:t>
            </a:r>
            <a:r>
              <a:rPr lang="fr-FR" sz="2400" b="1" i="0" u="none" strike="noStrike" cap="none">
                <a:solidFill>
                  <a:schemeClr val="dk1"/>
                </a:solidFill>
                <a:latin typeface="Century Gothic"/>
                <a:ea typeface="Century Gothic"/>
                <a:cs typeface="Century Gothic"/>
                <a:sym typeface="Century Gothic"/>
              </a:rPr>
              <a:t>Crosscutting Concerns</a:t>
            </a:r>
            <a:r>
              <a:rPr lang="fr-FR" sz="2400" b="0" i="0" u="none" strike="noStrike" cap="none">
                <a:solidFill>
                  <a:schemeClr val="dk1"/>
                </a:solidFill>
                <a:latin typeface="Century Gothic"/>
                <a:ea typeface="Century Gothic"/>
                <a:cs typeface="Century Gothic"/>
                <a:sym typeface="Century Gothic"/>
              </a:rPr>
              <a:t>).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80"/>
              </a:spcBef>
              <a:spcAft>
                <a:spcPts val="0"/>
              </a:spcAft>
              <a:buClr>
                <a:schemeClr val="dk1"/>
              </a:buClr>
              <a:buSzPts val="2400"/>
              <a:buFont typeface="Arial"/>
              <a:buChar char="•"/>
            </a:pPr>
            <a:r>
              <a:rPr lang="fr-FR" sz="2400" b="0" i="0" u="none" strike="noStrike" cap="none">
                <a:solidFill>
                  <a:schemeClr val="dk1"/>
                </a:solidFill>
                <a:latin typeface="Century Gothic"/>
                <a:ea typeface="Century Gothic"/>
                <a:cs typeface="Century Gothic"/>
                <a:sym typeface="Century Gothic"/>
              </a:rPr>
              <a:t>Exemple : Ajout de logs dans une application existante). </a:t>
            </a:r>
            <a:endParaRPr sz="1400" b="0" i="0" u="none" strike="noStrike" cap="none">
              <a:solidFill>
                <a:srgbClr val="000000"/>
              </a:solidFill>
              <a:latin typeface="Arial"/>
              <a:ea typeface="Arial"/>
              <a:cs typeface="Arial"/>
              <a:sym typeface="Arial"/>
            </a:endParaRPr>
          </a:p>
          <a:p>
            <a:pPr marL="342900" marR="0" lvl="0" indent="-190500" algn="l" rtl="0">
              <a:lnSpc>
                <a:spcPct val="100000"/>
              </a:lnSpc>
              <a:spcBef>
                <a:spcPts val="480"/>
              </a:spcBef>
              <a:spcAft>
                <a:spcPts val="0"/>
              </a:spcAft>
              <a:buClr>
                <a:schemeClr val="dk1"/>
              </a:buClr>
              <a:buSzPts val="2400"/>
              <a:buFont typeface="Arial"/>
              <a:buNone/>
            </a:pPr>
            <a:endParaRPr sz="2400" b="0" i="0" u="none" strike="noStrike" cap="none">
              <a:solidFill>
                <a:schemeClr val="dk1"/>
              </a:solidFill>
              <a:latin typeface="Century Gothic"/>
              <a:ea typeface="Century Gothic"/>
              <a:cs typeface="Century Gothic"/>
              <a:sym typeface="Century Gothic"/>
            </a:endParaRPr>
          </a:p>
          <a:p>
            <a:pPr marL="342900" marR="0" lvl="0" indent="-342900" algn="l" rtl="0">
              <a:lnSpc>
                <a:spcPct val="100000"/>
              </a:lnSpc>
              <a:spcBef>
                <a:spcPts val="480"/>
              </a:spcBef>
              <a:spcAft>
                <a:spcPts val="0"/>
              </a:spcAft>
              <a:buClr>
                <a:schemeClr val="dk1"/>
              </a:buClr>
              <a:buSzPts val="2400"/>
              <a:buFont typeface="Arial"/>
              <a:buChar char="•"/>
            </a:pPr>
            <a:r>
              <a:rPr lang="fr-FR" sz="2400" b="0" i="0" u="none" strike="noStrike" cap="none">
                <a:solidFill>
                  <a:schemeClr val="dk1"/>
                </a:solidFill>
                <a:latin typeface="Century Gothic"/>
                <a:ea typeface="Century Gothic"/>
                <a:cs typeface="Century Gothic"/>
                <a:sym typeface="Century Gothic"/>
              </a:rPr>
              <a:t>Don’t Repeat Yourself (</a:t>
            </a:r>
            <a:r>
              <a:rPr lang="fr-FR" sz="2400" b="1" i="0" u="none" strike="noStrike" cap="none">
                <a:solidFill>
                  <a:schemeClr val="dk1"/>
                </a:solidFill>
                <a:latin typeface="Century Gothic"/>
                <a:ea typeface="Century Gothic"/>
                <a:cs typeface="Century Gothic"/>
                <a:sym typeface="Century Gothic"/>
              </a:rPr>
              <a:t>DRY</a:t>
            </a:r>
            <a:r>
              <a:rPr lang="fr-FR" sz="2400" b="0" i="0" u="none" strike="noStrike" cap="none">
                <a:solidFill>
                  <a:schemeClr val="dk1"/>
                </a:solidFill>
                <a:latin typeface="Century Gothic"/>
                <a:ea typeface="Century Gothic"/>
                <a:cs typeface="Century Gothic"/>
                <a:sym typeface="Century Gothic"/>
              </a:rPr>
              <a:t>) : Cela évite la duplication de code. </a:t>
            </a:r>
            <a:endParaRPr sz="1400" b="0" i="0" u="none" strike="noStrike" cap="none">
              <a:solidFill>
                <a:srgbClr val="000000"/>
              </a:solidFill>
              <a:latin typeface="Arial"/>
              <a:ea typeface="Arial"/>
              <a:cs typeface="Arial"/>
              <a:sym typeface="Arial"/>
            </a:endParaRPr>
          </a:p>
          <a:p>
            <a:pPr marL="342900" marR="0" lvl="0" indent="-190500" algn="l" rtl="0">
              <a:lnSpc>
                <a:spcPct val="100000"/>
              </a:lnSpc>
              <a:spcBef>
                <a:spcPts val="480"/>
              </a:spcBef>
              <a:spcAft>
                <a:spcPts val="0"/>
              </a:spcAft>
              <a:buClr>
                <a:schemeClr val="dk1"/>
              </a:buClr>
              <a:buSzPts val="2400"/>
              <a:buFont typeface="Arial"/>
              <a:buNone/>
            </a:pPr>
            <a:endParaRPr sz="2400" b="0" i="0" u="none" strike="noStrike" cap="none">
              <a:solidFill>
                <a:schemeClr val="dk1"/>
              </a:solidFill>
              <a:latin typeface="Century Gothic"/>
              <a:ea typeface="Century Gothic"/>
              <a:cs typeface="Century Gothic"/>
              <a:sym typeface="Century Gothic"/>
            </a:endParaRPr>
          </a:p>
          <a:p>
            <a:pPr marL="342900" marR="0" lvl="0" indent="-190500" algn="l" rtl="0">
              <a:lnSpc>
                <a:spcPct val="100000"/>
              </a:lnSpc>
              <a:spcBef>
                <a:spcPts val="480"/>
              </a:spcBef>
              <a:spcAft>
                <a:spcPts val="0"/>
              </a:spcAft>
              <a:buClr>
                <a:schemeClr val="dk1"/>
              </a:buClr>
              <a:buSzPts val="2400"/>
              <a:buFont typeface="Arial"/>
              <a:buNone/>
            </a:pPr>
            <a:endParaRPr sz="2400" b="0" i="0" u="none" strike="noStrike" cap="none">
              <a:solidFill>
                <a:schemeClr val="dk1"/>
              </a:solidFill>
              <a:latin typeface="Century Gothic"/>
              <a:ea typeface="Century Gothic"/>
              <a:cs typeface="Century Gothic"/>
              <a:sym typeface="Century Gothic"/>
            </a:endParaRPr>
          </a:p>
        </p:txBody>
      </p:sp>
      <p:sp>
        <p:nvSpPr>
          <p:cNvPr id="87" name="Google Shape;87;p8"/>
          <p:cNvSpPr txBox="1">
            <a:spLocks noGrp="1"/>
          </p:cNvSpPr>
          <p:nvPr>
            <p:ph type="sldNum" idx="12"/>
          </p:nvPr>
        </p:nvSpPr>
        <p:spPr>
          <a:xfrm>
            <a:off x="9061476" y="7329489"/>
            <a:ext cx="1500198" cy="171714"/>
          </a:xfrm>
          <a:prstGeom prst="rect">
            <a:avLst/>
          </a:prstGeom>
          <a:noFill/>
          <a:ln>
            <a:noFill/>
          </a:ln>
        </p:spPr>
        <p:txBody>
          <a:bodyPr spcFirstLastPara="1" wrap="square" lIns="0" tIns="0" rIns="0" bIns="0" anchor="t" anchorCtr="0">
            <a:spAutoFit/>
          </a:bodyPr>
          <a:lstStyle/>
          <a:p>
            <a:pPr marL="186690" lvl="0" indent="0" algn="l" rtl="0">
              <a:lnSpc>
                <a:spcPct val="82812"/>
              </a:lnSpc>
              <a:spcBef>
                <a:spcPts val="0"/>
              </a:spcBef>
              <a:spcAft>
                <a:spcPts val="0"/>
              </a:spcAft>
              <a:buSzPts val="1600"/>
              <a:buNone/>
            </a:pPr>
            <a:fld id="{00000000-1234-1234-1234-123412341234}" type="slidenum">
              <a:rPr lang="fr-FR"/>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9"/>
          <p:cNvSpPr txBox="1"/>
          <p:nvPr/>
        </p:nvSpPr>
        <p:spPr>
          <a:xfrm>
            <a:off x="0" y="40897"/>
            <a:ext cx="10693400" cy="1018524"/>
          </a:xfrm>
          <a:prstGeom prst="rect">
            <a:avLst/>
          </a:prstGeom>
          <a:noFill/>
          <a:ln>
            <a:noFill/>
          </a:ln>
        </p:spPr>
        <p:txBody>
          <a:bodyPr spcFirstLastPara="1" wrap="square" lIns="0" tIns="520900" rIns="0" bIns="0" anchor="t" anchorCtr="0">
            <a:spAutoFit/>
          </a:bodyPr>
          <a:lstStyle/>
          <a:p>
            <a:pPr marL="12602" marR="0" lvl="0" indent="0" algn="ctr" rtl="0">
              <a:lnSpc>
                <a:spcPct val="100000"/>
              </a:lnSpc>
              <a:spcBef>
                <a:spcPts val="0"/>
              </a:spcBef>
              <a:spcAft>
                <a:spcPts val="0"/>
              </a:spcAft>
              <a:buClr>
                <a:srgbClr val="000000"/>
              </a:buClr>
              <a:buSzPts val="3200"/>
              <a:buFont typeface="Arial"/>
              <a:buNone/>
            </a:pPr>
            <a:r>
              <a:rPr lang="fr-FR" sz="3200" b="0" i="0" u="none" strike="noStrike" cap="none">
                <a:solidFill>
                  <a:schemeClr val="dk1"/>
                </a:solidFill>
                <a:latin typeface="Century Gothic"/>
                <a:ea typeface="Century Gothic"/>
                <a:cs typeface="Century Gothic"/>
                <a:sym typeface="Century Gothic"/>
              </a:rPr>
              <a:t>Avantages et Inconvénients de l’AOP</a:t>
            </a:r>
            <a:endParaRPr sz="3200" b="0" i="0" u="none" strike="noStrike" cap="none">
              <a:solidFill>
                <a:schemeClr val="dk1"/>
              </a:solidFill>
              <a:latin typeface="Century Gothic"/>
              <a:ea typeface="Century Gothic"/>
              <a:cs typeface="Century Gothic"/>
              <a:sym typeface="Century Gothic"/>
            </a:endParaRPr>
          </a:p>
        </p:txBody>
      </p:sp>
      <p:sp>
        <p:nvSpPr>
          <p:cNvPr id="94" name="Google Shape;94;p9"/>
          <p:cNvSpPr/>
          <p:nvPr/>
        </p:nvSpPr>
        <p:spPr>
          <a:xfrm>
            <a:off x="304801" y="1283393"/>
            <a:ext cx="10083800" cy="5943330"/>
          </a:xfrm>
          <a:prstGeom prst="rect">
            <a:avLst/>
          </a:prstGeom>
          <a:noFill/>
          <a:ln>
            <a:noFill/>
          </a:ln>
        </p:spPr>
        <p:txBody>
          <a:bodyPr spcFirstLastPara="1" wrap="square" lIns="100800" tIns="50400" rIns="100800" bIns="50400" anchor="t" anchorCtr="0">
            <a:normAutofit/>
          </a:bodyPr>
          <a:lstStyle/>
          <a:p>
            <a:pPr marL="342900" marR="0" lvl="0" indent="-19050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Century Gothic"/>
              <a:ea typeface="Century Gothic"/>
              <a:cs typeface="Century Gothic"/>
              <a:sym typeface="Century Gothic"/>
            </a:endParaRPr>
          </a:p>
          <a:p>
            <a:pPr marL="342900" marR="0" lvl="0" indent="-342900" algn="l" rtl="0">
              <a:lnSpc>
                <a:spcPct val="100000"/>
              </a:lnSpc>
              <a:spcBef>
                <a:spcPts val="480"/>
              </a:spcBef>
              <a:spcAft>
                <a:spcPts val="0"/>
              </a:spcAft>
              <a:buClr>
                <a:schemeClr val="dk1"/>
              </a:buClr>
              <a:buSzPts val="2400"/>
              <a:buFont typeface="Arial"/>
              <a:buChar char="•"/>
            </a:pPr>
            <a:r>
              <a:rPr lang="fr-FR" sz="2400" b="0" i="0" u="none" strike="noStrike" cap="none">
                <a:solidFill>
                  <a:schemeClr val="dk1"/>
                </a:solidFill>
                <a:latin typeface="Century Gothic"/>
                <a:ea typeface="Century Gothic"/>
                <a:cs typeface="Century Gothic"/>
                <a:sym typeface="Century Gothic"/>
              </a:rPr>
              <a:t>Les avantages  sont : </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440"/>
              </a:spcBef>
              <a:spcAft>
                <a:spcPts val="0"/>
              </a:spcAft>
              <a:buClr>
                <a:schemeClr val="dk1"/>
              </a:buClr>
              <a:buSzPts val="2200"/>
              <a:buFont typeface="Arial"/>
              <a:buChar char="–"/>
            </a:pPr>
            <a:r>
              <a:rPr lang="fr-FR" sz="2200" b="0" i="0" u="none" strike="noStrike" cap="none">
                <a:solidFill>
                  <a:schemeClr val="dk1"/>
                </a:solidFill>
                <a:latin typeface="Century Gothic"/>
                <a:ea typeface="Century Gothic"/>
                <a:cs typeface="Century Gothic"/>
                <a:sym typeface="Century Gothic"/>
              </a:rPr>
              <a:t>Facilité de </a:t>
            </a:r>
            <a:r>
              <a:rPr lang="fr-FR" sz="2200" b="1" i="0" u="none" strike="noStrike" cap="none">
                <a:solidFill>
                  <a:schemeClr val="dk1"/>
                </a:solidFill>
                <a:latin typeface="Century Gothic"/>
                <a:ea typeface="Century Gothic"/>
                <a:cs typeface="Century Gothic"/>
                <a:sym typeface="Century Gothic"/>
              </a:rPr>
              <a:t>maintenance</a:t>
            </a:r>
            <a:r>
              <a:rPr lang="fr-FR" sz="2200" b="0" i="0" u="none" strike="noStrike" cap="none">
                <a:solidFill>
                  <a:schemeClr val="dk1"/>
                </a:solidFill>
                <a:latin typeface="Century Gothic"/>
                <a:ea typeface="Century Gothic"/>
                <a:cs typeface="Century Gothic"/>
                <a:sym typeface="Century Gothic"/>
              </a:rPr>
              <a:t>, puisque les fonctionnalités transverses sont regroupées dans les aspects. </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440"/>
              </a:spcBef>
              <a:spcAft>
                <a:spcPts val="0"/>
              </a:spcAft>
              <a:buClr>
                <a:schemeClr val="dk1"/>
              </a:buClr>
              <a:buSzPts val="2200"/>
              <a:buFont typeface="Arial"/>
              <a:buChar char="–"/>
            </a:pPr>
            <a:r>
              <a:rPr lang="fr-FR" sz="2200" b="0" i="0" u="none" strike="noStrike" cap="none">
                <a:solidFill>
                  <a:schemeClr val="dk1"/>
                </a:solidFill>
                <a:latin typeface="Century Gothic"/>
                <a:ea typeface="Century Gothic"/>
                <a:cs typeface="Century Gothic"/>
                <a:sym typeface="Century Gothic"/>
              </a:rPr>
              <a:t>Particulièrement  adapté pour les fonctionnalités  techniques</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440"/>
              </a:spcBef>
              <a:spcAft>
                <a:spcPts val="0"/>
              </a:spcAft>
              <a:buClr>
                <a:schemeClr val="dk1"/>
              </a:buClr>
              <a:buSzPts val="2200"/>
              <a:buFont typeface="Arial"/>
              <a:buChar char="–"/>
            </a:pPr>
            <a:r>
              <a:rPr lang="fr-FR" sz="2200" b="0" i="0" u="none" strike="noStrike" cap="none">
                <a:solidFill>
                  <a:schemeClr val="dk1"/>
                </a:solidFill>
                <a:latin typeface="Century Gothic"/>
                <a:ea typeface="Century Gothic"/>
                <a:cs typeface="Century Gothic"/>
                <a:sym typeface="Century Gothic"/>
              </a:rPr>
              <a:t>Permet une meilleure </a:t>
            </a:r>
            <a:r>
              <a:rPr lang="fr-FR" sz="2200" b="1" i="0" u="none" strike="noStrike" cap="none">
                <a:solidFill>
                  <a:schemeClr val="dk1"/>
                </a:solidFill>
                <a:latin typeface="Century Gothic"/>
                <a:ea typeface="Century Gothic"/>
                <a:cs typeface="Century Gothic"/>
                <a:sym typeface="Century Gothic"/>
              </a:rPr>
              <a:t>modularité</a:t>
            </a:r>
            <a:r>
              <a:rPr lang="fr-FR" sz="2200" b="0" i="0" u="none" strike="noStrike" cap="none">
                <a:solidFill>
                  <a:schemeClr val="dk1"/>
                </a:solidFill>
                <a:latin typeface="Century Gothic"/>
                <a:ea typeface="Century Gothic"/>
                <a:cs typeface="Century Gothic"/>
                <a:sym typeface="Century Gothic"/>
              </a:rPr>
              <a:t> du code et des applications ce qui augmente la </a:t>
            </a:r>
            <a:r>
              <a:rPr lang="fr-FR" sz="2200" b="1" i="0" u="none" strike="noStrike" cap="none">
                <a:solidFill>
                  <a:schemeClr val="dk1"/>
                </a:solidFill>
                <a:latin typeface="Century Gothic"/>
                <a:ea typeface="Century Gothic"/>
                <a:cs typeface="Century Gothic"/>
                <a:sym typeface="Century Gothic"/>
              </a:rPr>
              <a:t>réutilisation</a:t>
            </a:r>
            <a:r>
              <a:rPr lang="fr-FR" sz="2200" b="0" i="0" u="none" strike="noStrike" cap="none">
                <a:solidFill>
                  <a:schemeClr val="dk1"/>
                </a:solidFill>
                <a:latin typeface="Century Gothic"/>
                <a:ea typeface="Century Gothic"/>
                <a:cs typeface="Century Gothic"/>
                <a:sym typeface="Century Gothic"/>
              </a:rPr>
              <a:t> du code et la modularité des systèmes. </a:t>
            </a:r>
            <a:endParaRPr sz="1400" b="0" i="0" u="none" strike="noStrike" cap="none">
              <a:solidFill>
                <a:srgbClr val="000000"/>
              </a:solidFill>
              <a:latin typeface="Arial"/>
              <a:ea typeface="Arial"/>
              <a:cs typeface="Arial"/>
              <a:sym typeface="Arial"/>
            </a:endParaRPr>
          </a:p>
          <a:p>
            <a:pPr marL="342900" marR="0" lvl="0" indent="-190500" algn="l" rtl="0">
              <a:lnSpc>
                <a:spcPct val="100000"/>
              </a:lnSpc>
              <a:spcBef>
                <a:spcPts val="480"/>
              </a:spcBef>
              <a:spcAft>
                <a:spcPts val="0"/>
              </a:spcAft>
              <a:buClr>
                <a:schemeClr val="dk1"/>
              </a:buClr>
              <a:buSzPts val="2400"/>
              <a:buFont typeface="Arial"/>
              <a:buNone/>
            </a:pPr>
            <a:endParaRPr sz="2400" b="0" i="0" u="none" strike="noStrike" cap="none">
              <a:solidFill>
                <a:schemeClr val="dk1"/>
              </a:solidFill>
              <a:latin typeface="Century Gothic"/>
              <a:ea typeface="Century Gothic"/>
              <a:cs typeface="Century Gothic"/>
              <a:sym typeface="Century Gothic"/>
            </a:endParaRPr>
          </a:p>
          <a:p>
            <a:pPr marL="342900" marR="0" lvl="0" indent="-342900" algn="l" rtl="0">
              <a:lnSpc>
                <a:spcPct val="100000"/>
              </a:lnSpc>
              <a:spcBef>
                <a:spcPts val="480"/>
              </a:spcBef>
              <a:spcAft>
                <a:spcPts val="0"/>
              </a:spcAft>
              <a:buClr>
                <a:schemeClr val="dk1"/>
              </a:buClr>
              <a:buSzPts val="2400"/>
              <a:buFont typeface="Arial"/>
              <a:buChar char="•"/>
            </a:pPr>
            <a:r>
              <a:rPr lang="fr-FR" sz="2400" b="0" i="0" u="none" strike="noStrike" cap="none">
                <a:solidFill>
                  <a:schemeClr val="dk1"/>
                </a:solidFill>
                <a:latin typeface="Century Gothic"/>
                <a:ea typeface="Century Gothic"/>
                <a:cs typeface="Century Gothic"/>
                <a:sym typeface="Century Gothic"/>
              </a:rPr>
              <a:t>Les inconvénients  sont : </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440"/>
              </a:spcBef>
              <a:spcAft>
                <a:spcPts val="0"/>
              </a:spcAft>
              <a:buClr>
                <a:schemeClr val="dk1"/>
              </a:buClr>
              <a:buSzPts val="2200"/>
              <a:buFont typeface="Arial"/>
              <a:buChar char="–"/>
            </a:pPr>
            <a:r>
              <a:rPr lang="fr-FR" sz="2200" b="0" i="0" u="none" strike="noStrike" cap="none">
                <a:solidFill>
                  <a:schemeClr val="dk1"/>
                </a:solidFill>
                <a:latin typeface="Century Gothic"/>
                <a:ea typeface="Century Gothic"/>
                <a:cs typeface="Century Gothic"/>
                <a:sym typeface="Century Gothic"/>
              </a:rPr>
              <a:t>La lecture du code contenant les traitements ne permet pas de connaître les aspects qui seront exécutés (sans utiliser un outil).</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440"/>
              </a:spcBef>
              <a:spcAft>
                <a:spcPts val="0"/>
              </a:spcAft>
              <a:buClr>
                <a:schemeClr val="dk1"/>
              </a:buClr>
              <a:buSzPts val="2200"/>
              <a:buFont typeface="Arial"/>
              <a:buChar char="–"/>
            </a:pPr>
            <a:r>
              <a:rPr lang="fr-FR" sz="2200" b="0" i="0" u="none" strike="noStrike" cap="none">
                <a:solidFill>
                  <a:schemeClr val="dk1"/>
                </a:solidFill>
                <a:latin typeface="Century Gothic"/>
                <a:ea typeface="Century Gothic"/>
                <a:cs typeface="Century Gothic"/>
                <a:sym typeface="Century Gothic"/>
              </a:rPr>
              <a:t>Nécessite un temps de prise en main. </a:t>
            </a:r>
            <a:endParaRPr sz="1400" b="0" i="0" u="none" strike="noStrike" cap="none">
              <a:solidFill>
                <a:srgbClr val="000000"/>
              </a:solidFill>
              <a:latin typeface="Arial"/>
              <a:ea typeface="Arial"/>
              <a:cs typeface="Arial"/>
              <a:sym typeface="Arial"/>
            </a:endParaRPr>
          </a:p>
          <a:p>
            <a:pPr marL="342900" marR="0" lvl="0" indent="-190500" algn="l" rtl="0">
              <a:lnSpc>
                <a:spcPct val="100000"/>
              </a:lnSpc>
              <a:spcBef>
                <a:spcPts val="480"/>
              </a:spcBef>
              <a:spcAft>
                <a:spcPts val="0"/>
              </a:spcAft>
              <a:buClr>
                <a:schemeClr val="dk1"/>
              </a:buClr>
              <a:buSzPts val="2400"/>
              <a:buFont typeface="Arial"/>
              <a:buNone/>
            </a:pPr>
            <a:endParaRPr sz="2400" b="0" i="0" u="none" strike="noStrike" cap="none">
              <a:solidFill>
                <a:schemeClr val="dk1"/>
              </a:solidFill>
              <a:latin typeface="Century Gothic"/>
              <a:ea typeface="Century Gothic"/>
              <a:cs typeface="Century Gothic"/>
              <a:sym typeface="Century Gothic"/>
            </a:endParaRPr>
          </a:p>
        </p:txBody>
      </p:sp>
      <p:sp>
        <p:nvSpPr>
          <p:cNvPr id="95" name="Google Shape;95;p9"/>
          <p:cNvSpPr txBox="1">
            <a:spLocks noGrp="1"/>
          </p:cNvSpPr>
          <p:nvPr>
            <p:ph type="sldNum" idx="12"/>
          </p:nvPr>
        </p:nvSpPr>
        <p:spPr>
          <a:xfrm>
            <a:off x="9061476" y="7329489"/>
            <a:ext cx="1500198" cy="171714"/>
          </a:xfrm>
          <a:prstGeom prst="rect">
            <a:avLst/>
          </a:prstGeom>
          <a:noFill/>
          <a:ln>
            <a:noFill/>
          </a:ln>
        </p:spPr>
        <p:txBody>
          <a:bodyPr spcFirstLastPara="1" wrap="square" lIns="0" tIns="0" rIns="0" bIns="0" anchor="t" anchorCtr="0">
            <a:spAutoFit/>
          </a:bodyPr>
          <a:lstStyle/>
          <a:p>
            <a:pPr marL="186690" lvl="0" indent="0" algn="l" rtl="0">
              <a:lnSpc>
                <a:spcPct val="82812"/>
              </a:lnSpc>
              <a:spcBef>
                <a:spcPts val="0"/>
              </a:spcBef>
              <a:spcAft>
                <a:spcPts val="0"/>
              </a:spcAft>
              <a:buSzPts val="1600"/>
              <a:buNone/>
            </a:pPr>
            <a:fld id="{00000000-1234-1234-1234-123412341234}" type="slidenum">
              <a:rPr lang="fr-FR"/>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0"/>
          <p:cNvSpPr txBox="1"/>
          <p:nvPr/>
        </p:nvSpPr>
        <p:spPr>
          <a:xfrm>
            <a:off x="0" y="40897"/>
            <a:ext cx="10693400" cy="1018524"/>
          </a:xfrm>
          <a:prstGeom prst="rect">
            <a:avLst/>
          </a:prstGeom>
          <a:noFill/>
          <a:ln>
            <a:noFill/>
          </a:ln>
        </p:spPr>
        <p:txBody>
          <a:bodyPr spcFirstLastPara="1" wrap="square" lIns="0" tIns="520900" rIns="0" bIns="0" anchor="t" anchorCtr="0">
            <a:spAutoFit/>
          </a:bodyPr>
          <a:lstStyle/>
          <a:p>
            <a:pPr marL="12602" marR="0" lvl="0" indent="0" algn="ctr" rtl="0">
              <a:lnSpc>
                <a:spcPct val="100000"/>
              </a:lnSpc>
              <a:spcBef>
                <a:spcPts val="0"/>
              </a:spcBef>
              <a:spcAft>
                <a:spcPts val="0"/>
              </a:spcAft>
              <a:buClr>
                <a:srgbClr val="000000"/>
              </a:buClr>
              <a:buSzPts val="3200"/>
              <a:buFont typeface="Arial"/>
              <a:buNone/>
            </a:pPr>
            <a:r>
              <a:rPr lang="fr-FR" sz="3200" b="0" i="0" u="none" strike="noStrike" cap="none">
                <a:solidFill>
                  <a:schemeClr val="dk1"/>
                </a:solidFill>
                <a:latin typeface="Century Gothic"/>
                <a:ea typeface="Century Gothic"/>
                <a:cs typeface="Century Gothic"/>
                <a:sym typeface="Century Gothic"/>
              </a:rPr>
              <a:t>Implémentation de l’AOP  </a:t>
            </a:r>
            <a:endParaRPr sz="3200" b="0" i="0" u="none" strike="noStrike" cap="none">
              <a:solidFill>
                <a:schemeClr val="dk1"/>
              </a:solidFill>
              <a:latin typeface="Century Gothic"/>
              <a:ea typeface="Century Gothic"/>
              <a:cs typeface="Century Gothic"/>
              <a:sym typeface="Century Gothic"/>
            </a:endParaRPr>
          </a:p>
        </p:txBody>
      </p:sp>
      <p:sp>
        <p:nvSpPr>
          <p:cNvPr id="102" name="Google Shape;102;p10"/>
          <p:cNvSpPr/>
          <p:nvPr/>
        </p:nvSpPr>
        <p:spPr>
          <a:xfrm>
            <a:off x="304801" y="1283393"/>
            <a:ext cx="10083800" cy="5943330"/>
          </a:xfrm>
          <a:prstGeom prst="rect">
            <a:avLst/>
          </a:prstGeom>
          <a:noFill/>
          <a:ln>
            <a:noFill/>
          </a:ln>
        </p:spPr>
        <p:txBody>
          <a:bodyPr spcFirstLastPara="1" wrap="square" lIns="100800" tIns="50400" rIns="100800" bIns="50400" anchor="t" anchorCtr="0">
            <a:noAutofit/>
          </a:bodyPr>
          <a:lstStyle/>
          <a:p>
            <a:pPr marL="342900" marR="0" lvl="0" indent="-215900" algn="l" rtl="0">
              <a:lnSpc>
                <a:spcPct val="100000"/>
              </a:lnSpc>
              <a:spcBef>
                <a:spcPts val="0"/>
              </a:spcBef>
              <a:spcAft>
                <a:spcPts val="0"/>
              </a:spcAft>
              <a:buClr>
                <a:schemeClr val="dk1"/>
              </a:buClr>
              <a:buSzPts val="2000"/>
              <a:buFont typeface="Arial"/>
              <a:buNone/>
            </a:pPr>
            <a:endParaRPr sz="2000" b="0" i="0" u="none" strike="noStrike" cap="none" dirty="0">
              <a:solidFill>
                <a:schemeClr val="dk1"/>
              </a:solidFill>
              <a:latin typeface="Century Gothic"/>
              <a:ea typeface="Century Gothic"/>
              <a:cs typeface="Century Gothic"/>
              <a:sym typeface="Century Gothic"/>
            </a:endParaRPr>
          </a:p>
          <a:p>
            <a:pPr marL="342900" marR="0" lvl="0" indent="-342900" algn="l" rtl="0">
              <a:lnSpc>
                <a:spcPct val="100000"/>
              </a:lnSpc>
              <a:spcBef>
                <a:spcPts val="400"/>
              </a:spcBef>
              <a:spcAft>
                <a:spcPts val="0"/>
              </a:spcAft>
              <a:buClr>
                <a:schemeClr val="dk1"/>
              </a:buClr>
              <a:buSzPts val="2000"/>
              <a:buFont typeface="Arial"/>
              <a:buChar char="•"/>
            </a:pPr>
            <a:r>
              <a:rPr lang="fr-FR" sz="2000" b="0" i="0" u="none" strike="noStrike" cap="none" dirty="0">
                <a:solidFill>
                  <a:schemeClr val="dk1"/>
                </a:solidFill>
                <a:latin typeface="Century Gothic"/>
                <a:ea typeface="Century Gothic"/>
                <a:cs typeface="Century Gothic"/>
                <a:sym typeface="Century Gothic"/>
              </a:rPr>
              <a:t>L'AOP peut être utilisée :</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400"/>
              </a:spcBef>
              <a:spcAft>
                <a:spcPts val="0"/>
              </a:spcAft>
              <a:buClr>
                <a:schemeClr val="dk1"/>
              </a:buClr>
              <a:buSzPts val="2000"/>
              <a:buFont typeface="Arial"/>
              <a:buChar char="–"/>
            </a:pPr>
            <a:r>
              <a:rPr lang="fr-FR" sz="2000" b="0" i="0" u="none" strike="noStrike" cap="none" dirty="0">
                <a:solidFill>
                  <a:schemeClr val="dk1"/>
                </a:solidFill>
                <a:latin typeface="Century Gothic"/>
                <a:ea typeface="Century Gothic"/>
                <a:cs typeface="Century Gothic"/>
                <a:sym typeface="Century Gothic"/>
              </a:rPr>
              <a:t>Indirectement, lors de l'utilisation des annotations Spring, tel que, @Configuration et @Transactional.</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400"/>
              </a:spcBef>
              <a:spcAft>
                <a:spcPts val="0"/>
              </a:spcAft>
              <a:buClr>
                <a:schemeClr val="dk1"/>
              </a:buClr>
              <a:buSzPts val="2000"/>
              <a:buFont typeface="Arial"/>
              <a:buChar char="–"/>
            </a:pPr>
            <a:r>
              <a:rPr lang="fr-FR" sz="2000" b="0" i="0" u="none" strike="noStrike" cap="none" dirty="0">
                <a:solidFill>
                  <a:schemeClr val="dk1"/>
                </a:solidFill>
                <a:latin typeface="Century Gothic"/>
                <a:ea typeface="Century Gothic"/>
                <a:cs typeface="Century Gothic"/>
                <a:sym typeface="Century Gothic"/>
              </a:rPr>
              <a:t>Directement, pour mettre en œuvre ses propres </a:t>
            </a:r>
            <a:r>
              <a:rPr lang="fr-FR" sz="2000" b="1" i="0" u="none" strike="noStrike" cap="none" dirty="0">
                <a:solidFill>
                  <a:schemeClr val="dk1"/>
                </a:solidFill>
                <a:latin typeface="Century Gothic"/>
                <a:ea typeface="Century Gothic"/>
                <a:cs typeface="Century Gothic"/>
                <a:sym typeface="Century Gothic"/>
              </a:rPr>
              <a:t>Aspects</a:t>
            </a:r>
            <a:r>
              <a:rPr lang="fr-FR" sz="2000" b="0" i="0" u="none" strike="noStrike" cap="none" dirty="0">
                <a:solidFill>
                  <a:schemeClr val="dk1"/>
                </a:solidFill>
                <a:latin typeface="Century Gothic"/>
                <a:ea typeface="Century Gothic"/>
                <a:cs typeface="Century Gothic"/>
                <a:sym typeface="Century Gothic"/>
              </a:rPr>
              <a:t> : Spring facilite alors cette mise en œuvre</a:t>
            </a:r>
            <a:endParaRPr sz="1400" b="0" i="0" u="none" strike="noStrike" cap="none" dirty="0">
              <a:solidFill>
                <a:srgbClr val="000000"/>
              </a:solidFill>
              <a:latin typeface="Arial"/>
              <a:ea typeface="Arial"/>
              <a:cs typeface="Arial"/>
              <a:sym typeface="Arial"/>
            </a:endParaRPr>
          </a:p>
          <a:p>
            <a:pPr marL="342900" marR="0" lvl="0" indent="-215900" algn="l" rtl="0">
              <a:lnSpc>
                <a:spcPct val="100000"/>
              </a:lnSpc>
              <a:spcBef>
                <a:spcPts val="400"/>
              </a:spcBef>
              <a:spcAft>
                <a:spcPts val="0"/>
              </a:spcAft>
              <a:buClr>
                <a:schemeClr val="dk1"/>
              </a:buClr>
              <a:buSzPts val="2000"/>
              <a:buFont typeface="Arial"/>
              <a:buNone/>
            </a:pPr>
            <a:endParaRPr sz="2000" b="0" i="0" u="none" strike="noStrike" cap="none" dirty="0">
              <a:solidFill>
                <a:schemeClr val="dk1"/>
              </a:solidFill>
              <a:latin typeface="Century Gothic"/>
              <a:ea typeface="Century Gothic"/>
              <a:cs typeface="Century Gothic"/>
              <a:sym typeface="Century Gothic"/>
            </a:endParaRPr>
          </a:p>
          <a:p>
            <a:pPr marL="342900" marR="0" lvl="0" indent="-342900" algn="l" rtl="0">
              <a:lnSpc>
                <a:spcPct val="100000"/>
              </a:lnSpc>
              <a:spcBef>
                <a:spcPts val="400"/>
              </a:spcBef>
              <a:spcAft>
                <a:spcPts val="0"/>
              </a:spcAft>
              <a:buClr>
                <a:schemeClr val="dk1"/>
              </a:buClr>
              <a:buSzPts val="2000"/>
              <a:buFont typeface="Arial"/>
              <a:buChar char="•"/>
            </a:pPr>
            <a:r>
              <a:rPr lang="fr-FR" sz="2000" b="0" i="0" u="none" strike="noStrike" cap="none" dirty="0">
                <a:solidFill>
                  <a:schemeClr val="dk1"/>
                </a:solidFill>
                <a:latin typeface="Century Gothic"/>
                <a:ea typeface="Century Gothic"/>
                <a:cs typeface="Century Gothic"/>
                <a:sym typeface="Century Gothic"/>
              </a:rPr>
              <a:t>L'AOP peut être mise en œuvre via </a:t>
            </a:r>
            <a:r>
              <a:rPr lang="fr-FR" sz="2000" b="1" i="0" u="none" strike="noStrike" cap="none" dirty="0">
                <a:solidFill>
                  <a:schemeClr val="dk1"/>
                </a:solidFill>
                <a:latin typeface="Century Gothic"/>
                <a:ea typeface="Century Gothic"/>
                <a:cs typeface="Century Gothic"/>
                <a:sym typeface="Century Gothic"/>
              </a:rPr>
              <a:t>Spring AOP </a:t>
            </a:r>
            <a:r>
              <a:rPr lang="fr-FR" sz="2000" b="0" i="0" u="none" strike="noStrike" cap="none" dirty="0">
                <a:solidFill>
                  <a:schemeClr val="dk1"/>
                </a:solidFill>
                <a:latin typeface="Century Gothic"/>
                <a:ea typeface="Century Gothic"/>
                <a:cs typeface="Century Gothic"/>
                <a:sym typeface="Century Gothic"/>
              </a:rPr>
              <a:t>ou </a:t>
            </a:r>
            <a:r>
              <a:rPr lang="fr-FR" sz="2000" b="0" i="0" u="none" strike="noStrike" cap="none" dirty="0" err="1">
                <a:solidFill>
                  <a:schemeClr val="dk1"/>
                </a:solidFill>
                <a:latin typeface="Century Gothic"/>
                <a:ea typeface="Century Gothic"/>
                <a:cs typeface="Century Gothic"/>
                <a:sym typeface="Century Gothic"/>
              </a:rPr>
              <a:t>AspectJ</a:t>
            </a:r>
            <a:r>
              <a:rPr lang="fr-FR" sz="2000" b="0" i="0" u="none" strike="noStrike" cap="none" dirty="0">
                <a:solidFill>
                  <a:schemeClr val="dk1"/>
                </a:solidFill>
                <a:latin typeface="Century Gothic"/>
                <a:ea typeface="Century Gothic"/>
                <a:cs typeface="Century Gothic"/>
                <a:sym typeface="Century Gothic"/>
              </a:rPr>
              <a:t> (qui a sa propre syntaxe). </a:t>
            </a:r>
            <a:endParaRPr sz="1400" b="0" i="0" u="none" strike="noStrike" cap="none" dirty="0">
              <a:solidFill>
                <a:srgbClr val="000000"/>
              </a:solidFill>
              <a:latin typeface="Arial"/>
              <a:ea typeface="Arial"/>
              <a:cs typeface="Arial"/>
              <a:sym typeface="Arial"/>
            </a:endParaRPr>
          </a:p>
          <a:p>
            <a:pPr marL="342900" marR="0" lvl="0" indent="-215900" algn="l" rtl="0">
              <a:lnSpc>
                <a:spcPct val="100000"/>
              </a:lnSpc>
              <a:spcBef>
                <a:spcPts val="400"/>
              </a:spcBef>
              <a:spcAft>
                <a:spcPts val="0"/>
              </a:spcAft>
              <a:buClr>
                <a:schemeClr val="dk1"/>
              </a:buClr>
              <a:buSzPts val="2000"/>
              <a:buFont typeface="Arial"/>
              <a:buNone/>
            </a:pPr>
            <a:endParaRPr sz="2000" b="0" i="0" u="none" strike="noStrike" cap="none" dirty="0">
              <a:solidFill>
                <a:schemeClr val="dk1"/>
              </a:solidFill>
              <a:latin typeface="Century Gothic"/>
              <a:ea typeface="Century Gothic"/>
              <a:cs typeface="Century Gothic"/>
              <a:sym typeface="Century Gothic"/>
            </a:endParaRPr>
          </a:p>
          <a:p>
            <a:pPr marL="342900" marR="0" lvl="0" indent="-342900" algn="l" rtl="0">
              <a:lnSpc>
                <a:spcPct val="100000"/>
              </a:lnSpc>
              <a:spcBef>
                <a:spcPts val="400"/>
              </a:spcBef>
              <a:spcAft>
                <a:spcPts val="0"/>
              </a:spcAft>
              <a:buClr>
                <a:schemeClr val="dk1"/>
              </a:buClr>
              <a:buSzPts val="2000"/>
              <a:buFont typeface="Arial"/>
              <a:buChar char="•"/>
            </a:pPr>
            <a:r>
              <a:rPr lang="fr-FR" sz="2000" b="0" i="0" u="none" strike="noStrike" cap="none" dirty="0">
                <a:solidFill>
                  <a:schemeClr val="dk1"/>
                </a:solidFill>
                <a:latin typeface="Century Gothic"/>
                <a:ea typeface="Century Gothic"/>
                <a:cs typeface="Century Gothic"/>
                <a:sym typeface="Century Gothic"/>
              </a:rPr>
              <a:t>L’AOP utilise le Design Pattern </a:t>
            </a:r>
            <a:r>
              <a:rPr lang="fr-FR" sz="2000" b="1" i="0" u="none" strike="noStrike" cap="none" dirty="0">
                <a:solidFill>
                  <a:schemeClr val="dk1"/>
                </a:solidFill>
                <a:latin typeface="Century Gothic"/>
                <a:ea typeface="Century Gothic"/>
                <a:cs typeface="Century Gothic"/>
                <a:sym typeface="Century Gothic"/>
              </a:rPr>
              <a:t>Proxy</a:t>
            </a:r>
            <a:r>
              <a:rPr lang="fr-FR" sz="2000" b="0" i="0" u="none" strike="noStrike" cap="none" dirty="0">
                <a:solidFill>
                  <a:schemeClr val="dk1"/>
                </a:solidFill>
                <a:latin typeface="Century Gothic"/>
                <a:ea typeface="Century Gothic"/>
                <a:cs typeface="Century Gothic"/>
                <a:sym typeface="Century Gothic"/>
              </a:rPr>
              <a:t>. </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360"/>
              </a:spcBef>
              <a:spcAft>
                <a:spcPts val="0"/>
              </a:spcAft>
              <a:buClr>
                <a:schemeClr val="dk1"/>
              </a:buClr>
              <a:buSzPts val="1800"/>
              <a:buFont typeface="Arial"/>
              <a:buChar char="–"/>
            </a:pPr>
            <a:r>
              <a:rPr lang="fr-FR" sz="2400" b="1" dirty="0"/>
              <a:t>Proxy</a:t>
            </a:r>
            <a:r>
              <a:rPr lang="fr-FR" sz="2400" dirty="0"/>
              <a:t> : </a:t>
            </a:r>
            <a:r>
              <a:rPr lang="fr-FR" sz="1800" dirty="0"/>
              <a:t>Un objet intermédiaire qui intercepte les appels de méthode à l'objet cible pour appliquer des aspects.</a:t>
            </a:r>
          </a:p>
          <a:p>
            <a:pPr marL="742950" marR="0" lvl="1" indent="-285750" algn="l" rtl="0">
              <a:lnSpc>
                <a:spcPct val="100000"/>
              </a:lnSpc>
              <a:spcBef>
                <a:spcPts val="360"/>
              </a:spcBef>
              <a:spcAft>
                <a:spcPts val="0"/>
              </a:spcAft>
              <a:buClr>
                <a:schemeClr val="dk1"/>
              </a:buClr>
              <a:buSzPts val="1800"/>
              <a:buFont typeface="Arial"/>
              <a:buChar char="–"/>
            </a:pPr>
            <a:r>
              <a:rPr lang="fr-FR" sz="1800" b="0" i="0" u="none" strike="noStrike" cap="none" dirty="0">
                <a:solidFill>
                  <a:schemeClr val="dk1"/>
                </a:solidFill>
                <a:latin typeface="Century Gothic"/>
                <a:ea typeface="Century Gothic"/>
                <a:cs typeface="Century Gothic"/>
                <a:sym typeface="Century Gothic"/>
              </a:rPr>
              <a:t>Dans notre cas, Spring va créer une classe “</a:t>
            </a:r>
            <a:r>
              <a:rPr lang="fr-FR" sz="1800" b="1" i="0" u="none" strike="noStrike" cap="none" dirty="0">
                <a:solidFill>
                  <a:schemeClr val="dk1"/>
                </a:solidFill>
                <a:latin typeface="Century Gothic"/>
                <a:ea typeface="Century Gothic"/>
                <a:cs typeface="Century Gothic"/>
                <a:sym typeface="Century Gothic"/>
              </a:rPr>
              <a:t>proxy</a:t>
            </a:r>
            <a:r>
              <a:rPr lang="fr-FR" sz="1800" b="0" i="0" u="none" strike="noStrike" cap="none" dirty="0">
                <a:solidFill>
                  <a:schemeClr val="dk1"/>
                </a:solidFill>
                <a:latin typeface="Century Gothic"/>
                <a:ea typeface="Century Gothic"/>
                <a:cs typeface="Century Gothic"/>
                <a:sym typeface="Century Gothic"/>
              </a:rPr>
              <a:t>” qui implémente </a:t>
            </a:r>
            <a:r>
              <a:rPr lang="fr-FR" sz="1800" b="1" i="0" u="none" strike="noStrike" cap="none" dirty="0" err="1">
                <a:solidFill>
                  <a:schemeClr val="dk1"/>
                </a:solidFill>
                <a:latin typeface="Century Gothic"/>
                <a:ea typeface="Century Gothic"/>
                <a:cs typeface="Century Gothic"/>
                <a:sym typeface="Century Gothic"/>
              </a:rPr>
              <a:t>IEquipeService</a:t>
            </a:r>
            <a:r>
              <a:rPr lang="fr-FR" sz="1800" b="0" i="0" u="none" strike="noStrike" cap="none" dirty="0">
                <a:solidFill>
                  <a:schemeClr val="dk1"/>
                </a:solidFill>
                <a:latin typeface="Century Gothic"/>
                <a:ea typeface="Century Gothic"/>
                <a:cs typeface="Century Gothic"/>
                <a:sym typeface="Century Gothic"/>
              </a:rPr>
              <a:t> et va l’injecter à la place du </a:t>
            </a:r>
            <a:r>
              <a:rPr lang="fr-FR" sz="1800" b="0" i="0" u="none" strike="noStrike" cap="none" dirty="0" err="1">
                <a:solidFill>
                  <a:schemeClr val="dk1"/>
                </a:solidFill>
                <a:latin typeface="Century Gothic"/>
                <a:ea typeface="Century Gothic"/>
                <a:cs typeface="Century Gothic"/>
                <a:sym typeface="Century Gothic"/>
              </a:rPr>
              <a:t>bean</a:t>
            </a:r>
            <a:r>
              <a:rPr lang="fr-FR" sz="1800" b="0" i="0" u="none" strike="noStrike" cap="none" dirty="0">
                <a:solidFill>
                  <a:schemeClr val="dk1"/>
                </a:solidFill>
                <a:latin typeface="Century Gothic"/>
                <a:ea typeface="Century Gothic"/>
                <a:cs typeface="Century Gothic"/>
                <a:sym typeface="Century Gothic"/>
              </a:rPr>
              <a:t> “</a:t>
            </a:r>
            <a:r>
              <a:rPr lang="fr-FR" sz="1800" b="1" i="0" u="none" strike="noStrike" cap="none" dirty="0" err="1">
                <a:solidFill>
                  <a:schemeClr val="dk1"/>
                </a:solidFill>
                <a:latin typeface="Century Gothic"/>
                <a:ea typeface="Century Gothic"/>
                <a:cs typeface="Century Gothic"/>
                <a:sym typeface="Century Gothic"/>
              </a:rPr>
              <a:t>EquipeServiceImpl</a:t>
            </a:r>
            <a:r>
              <a:rPr lang="fr-FR" sz="1800" b="0" i="0" u="none" strike="noStrike" cap="none" dirty="0">
                <a:solidFill>
                  <a:schemeClr val="dk1"/>
                </a:solidFill>
                <a:latin typeface="Century Gothic"/>
                <a:ea typeface="Century Gothic"/>
                <a:cs typeface="Century Gothic"/>
                <a:sym typeface="Century Gothic"/>
              </a:rPr>
              <a:t>”. </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360"/>
              </a:spcBef>
              <a:spcAft>
                <a:spcPts val="0"/>
              </a:spcAft>
              <a:buClr>
                <a:schemeClr val="dk1"/>
              </a:buClr>
              <a:buSzPts val="1800"/>
              <a:buFont typeface="Arial"/>
              <a:buChar char="–"/>
            </a:pPr>
            <a:r>
              <a:rPr lang="fr-FR" sz="1800" b="0" i="0" u="none" strike="noStrike" cap="none" dirty="0">
                <a:solidFill>
                  <a:schemeClr val="dk1"/>
                </a:solidFill>
                <a:latin typeface="Century Gothic"/>
                <a:ea typeface="Century Gothic"/>
                <a:cs typeface="Century Gothic"/>
                <a:sym typeface="Century Gothic"/>
              </a:rPr>
              <a:t>Cette classe proxy contient les aspects et les méthodes de l’interface. </a:t>
            </a:r>
            <a:endParaRPr sz="1400" b="0" i="0" u="none" strike="noStrike" cap="none" dirty="0">
              <a:solidFill>
                <a:srgbClr val="000000"/>
              </a:solidFill>
              <a:latin typeface="Arial"/>
              <a:ea typeface="Arial"/>
              <a:cs typeface="Arial"/>
              <a:sym typeface="Arial"/>
            </a:endParaRPr>
          </a:p>
          <a:p>
            <a:pPr marL="342900" marR="0" lvl="0" indent="-215900" algn="l" rtl="0">
              <a:lnSpc>
                <a:spcPct val="100000"/>
              </a:lnSpc>
              <a:spcBef>
                <a:spcPts val="400"/>
              </a:spcBef>
              <a:spcAft>
                <a:spcPts val="0"/>
              </a:spcAft>
              <a:buClr>
                <a:schemeClr val="dk1"/>
              </a:buClr>
              <a:buSzPts val="2000"/>
              <a:buFont typeface="Arial"/>
              <a:buNone/>
            </a:pPr>
            <a:endParaRPr sz="2000" b="0" i="0" u="none" strike="noStrike" cap="none" dirty="0">
              <a:solidFill>
                <a:schemeClr val="dk1"/>
              </a:solidFill>
              <a:latin typeface="Century Gothic"/>
              <a:ea typeface="Century Gothic"/>
              <a:cs typeface="Century Gothic"/>
              <a:sym typeface="Century Gothic"/>
            </a:endParaRPr>
          </a:p>
        </p:txBody>
      </p:sp>
      <p:sp>
        <p:nvSpPr>
          <p:cNvPr id="103" name="Google Shape;103;p10"/>
          <p:cNvSpPr txBox="1">
            <a:spLocks noGrp="1"/>
          </p:cNvSpPr>
          <p:nvPr>
            <p:ph type="sldNum" idx="12"/>
          </p:nvPr>
        </p:nvSpPr>
        <p:spPr>
          <a:xfrm>
            <a:off x="9061476" y="7329489"/>
            <a:ext cx="1500198" cy="171714"/>
          </a:xfrm>
          <a:prstGeom prst="rect">
            <a:avLst/>
          </a:prstGeom>
          <a:noFill/>
          <a:ln>
            <a:noFill/>
          </a:ln>
        </p:spPr>
        <p:txBody>
          <a:bodyPr spcFirstLastPara="1" wrap="square" lIns="0" tIns="0" rIns="0" bIns="0" anchor="t" anchorCtr="0">
            <a:spAutoFit/>
          </a:bodyPr>
          <a:lstStyle/>
          <a:p>
            <a:pPr marL="186690" lvl="0" indent="0" algn="l" rtl="0">
              <a:lnSpc>
                <a:spcPct val="82812"/>
              </a:lnSpc>
              <a:spcBef>
                <a:spcPts val="0"/>
              </a:spcBef>
              <a:spcAft>
                <a:spcPts val="0"/>
              </a:spcAft>
              <a:buSzPts val="1600"/>
              <a:buNone/>
            </a:pPr>
            <a:fld id="{00000000-1234-1234-1234-123412341234}" type="slidenum">
              <a:rPr lang="fr-FR"/>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1"/>
          <p:cNvSpPr txBox="1"/>
          <p:nvPr/>
        </p:nvSpPr>
        <p:spPr>
          <a:xfrm>
            <a:off x="0" y="40897"/>
            <a:ext cx="10693400" cy="1018524"/>
          </a:xfrm>
          <a:prstGeom prst="rect">
            <a:avLst/>
          </a:prstGeom>
          <a:noFill/>
          <a:ln>
            <a:noFill/>
          </a:ln>
        </p:spPr>
        <p:txBody>
          <a:bodyPr spcFirstLastPara="1" wrap="square" lIns="0" tIns="520900" rIns="0" bIns="0" anchor="t" anchorCtr="0">
            <a:spAutoFit/>
          </a:bodyPr>
          <a:lstStyle/>
          <a:p>
            <a:pPr marL="12602" marR="0" lvl="0" indent="0" algn="ctr" rtl="0">
              <a:lnSpc>
                <a:spcPct val="100000"/>
              </a:lnSpc>
              <a:spcBef>
                <a:spcPts val="0"/>
              </a:spcBef>
              <a:spcAft>
                <a:spcPts val="0"/>
              </a:spcAft>
              <a:buClr>
                <a:srgbClr val="000000"/>
              </a:buClr>
              <a:buSzPts val="3200"/>
              <a:buFont typeface="Arial"/>
              <a:buNone/>
            </a:pPr>
            <a:r>
              <a:rPr lang="fr-FR" sz="3200" b="0" i="0" u="none" strike="noStrike" cap="none">
                <a:solidFill>
                  <a:schemeClr val="dk1"/>
                </a:solidFill>
                <a:latin typeface="Century Gothic"/>
                <a:ea typeface="Century Gothic"/>
                <a:cs typeface="Century Gothic"/>
                <a:sym typeface="Century Gothic"/>
              </a:rPr>
              <a:t>Implémentation de l’AOP  </a:t>
            </a:r>
            <a:endParaRPr sz="3200" b="0" i="0" u="none" strike="noStrike" cap="none">
              <a:solidFill>
                <a:schemeClr val="dk1"/>
              </a:solidFill>
              <a:latin typeface="Century Gothic"/>
              <a:ea typeface="Century Gothic"/>
              <a:cs typeface="Century Gothic"/>
              <a:sym typeface="Century Gothic"/>
            </a:endParaRPr>
          </a:p>
        </p:txBody>
      </p:sp>
      <p:sp>
        <p:nvSpPr>
          <p:cNvPr id="110" name="Google Shape;110;p11"/>
          <p:cNvSpPr/>
          <p:nvPr/>
        </p:nvSpPr>
        <p:spPr>
          <a:xfrm>
            <a:off x="304801" y="1283393"/>
            <a:ext cx="10083800" cy="5943330"/>
          </a:xfrm>
          <a:prstGeom prst="rect">
            <a:avLst/>
          </a:prstGeom>
          <a:noFill/>
          <a:ln>
            <a:noFill/>
          </a:ln>
        </p:spPr>
        <p:txBody>
          <a:bodyPr spcFirstLastPara="1" wrap="square" lIns="100800" tIns="50400" rIns="100800" bIns="50400" anchor="t" anchorCtr="0">
            <a:normAutofit/>
          </a:bodyPr>
          <a:lstStyle/>
          <a:p>
            <a:pPr marL="342900" marR="0" lvl="0" indent="-215900" algn="l" rtl="0">
              <a:lnSpc>
                <a:spcPct val="100000"/>
              </a:lnSpc>
              <a:spcBef>
                <a:spcPts val="0"/>
              </a:spcBef>
              <a:spcAft>
                <a:spcPts val="0"/>
              </a:spcAft>
              <a:buClr>
                <a:schemeClr val="dk1"/>
              </a:buClr>
              <a:buSzPts val="2000"/>
              <a:buFont typeface="Arial"/>
              <a:buNone/>
            </a:pPr>
            <a:endParaRPr sz="2000" b="0" i="0" u="none" strike="noStrike" cap="none">
              <a:solidFill>
                <a:schemeClr val="dk1"/>
              </a:solidFill>
              <a:latin typeface="Century Gothic"/>
              <a:ea typeface="Century Gothic"/>
              <a:cs typeface="Century Gothic"/>
              <a:sym typeface="Century Gothic"/>
            </a:endParaRPr>
          </a:p>
          <a:p>
            <a:pPr marL="342900" marR="0" lvl="0" indent="-342900" algn="l" rtl="0">
              <a:lnSpc>
                <a:spcPct val="100000"/>
              </a:lnSpc>
              <a:spcBef>
                <a:spcPts val="400"/>
              </a:spcBef>
              <a:spcAft>
                <a:spcPts val="0"/>
              </a:spcAft>
              <a:buClr>
                <a:schemeClr val="dk1"/>
              </a:buClr>
              <a:buSzPts val="2000"/>
              <a:buFont typeface="Arial"/>
              <a:buChar char="•"/>
            </a:pPr>
            <a:r>
              <a:rPr lang="fr-FR" sz="2000" b="1" i="0" u="none" strike="noStrike" cap="none">
                <a:solidFill>
                  <a:schemeClr val="dk1"/>
                </a:solidFill>
                <a:latin typeface="Century Gothic"/>
                <a:ea typeface="Century Gothic"/>
                <a:cs typeface="Century Gothic"/>
                <a:sym typeface="Century Gothic"/>
              </a:rPr>
              <a:t>Join point </a:t>
            </a:r>
            <a:r>
              <a:rPr lang="fr-FR" sz="2000" b="0" i="0" u="none" strike="noStrike" cap="none">
                <a:solidFill>
                  <a:schemeClr val="dk1"/>
                </a:solidFill>
                <a:latin typeface="Century Gothic"/>
                <a:ea typeface="Century Gothic"/>
                <a:cs typeface="Century Gothic"/>
                <a:sym typeface="Century Gothic"/>
              </a:rPr>
              <a:t>: L'endroit où l'on veut qu’un aspect s'applique; comme l’appel d'une méthode ou le lancement d’une exception </a:t>
            </a:r>
            <a:endParaRPr sz="1400" b="0" i="0" u="none" strike="noStrike" cap="none">
              <a:solidFill>
                <a:srgbClr val="000000"/>
              </a:solidFill>
              <a:latin typeface="Arial"/>
              <a:ea typeface="Arial"/>
              <a:cs typeface="Arial"/>
              <a:sym typeface="Arial"/>
            </a:endParaRPr>
          </a:p>
          <a:p>
            <a:pPr marL="342900" marR="0" lvl="0" indent="-215900" algn="l" rtl="0">
              <a:lnSpc>
                <a:spcPct val="100000"/>
              </a:lnSpc>
              <a:spcBef>
                <a:spcPts val="400"/>
              </a:spcBef>
              <a:spcAft>
                <a:spcPts val="0"/>
              </a:spcAft>
              <a:buClr>
                <a:schemeClr val="dk1"/>
              </a:buClr>
              <a:buSzPts val="2000"/>
              <a:buFont typeface="Arial"/>
              <a:buNone/>
            </a:pPr>
            <a:endParaRPr sz="2000" b="0" i="0" u="none" strike="noStrike" cap="none">
              <a:solidFill>
                <a:schemeClr val="dk1"/>
              </a:solidFill>
              <a:latin typeface="Century Gothic"/>
              <a:ea typeface="Century Gothic"/>
              <a:cs typeface="Century Gothic"/>
              <a:sym typeface="Century Gothic"/>
            </a:endParaRPr>
          </a:p>
          <a:p>
            <a:pPr marL="342900" marR="0" lvl="0" indent="-342900" algn="l" rtl="0">
              <a:lnSpc>
                <a:spcPct val="100000"/>
              </a:lnSpc>
              <a:spcBef>
                <a:spcPts val="400"/>
              </a:spcBef>
              <a:spcAft>
                <a:spcPts val="0"/>
              </a:spcAft>
              <a:buClr>
                <a:schemeClr val="dk1"/>
              </a:buClr>
              <a:buSzPts val="2000"/>
              <a:buFont typeface="Arial"/>
              <a:buChar char="•"/>
            </a:pPr>
            <a:r>
              <a:rPr lang="fr-FR" sz="2000" b="1" i="0" u="none" strike="noStrike" cap="none">
                <a:solidFill>
                  <a:schemeClr val="dk1"/>
                </a:solidFill>
                <a:latin typeface="Century Gothic"/>
                <a:ea typeface="Century Gothic"/>
                <a:cs typeface="Century Gothic"/>
                <a:sym typeface="Century Gothic"/>
              </a:rPr>
              <a:t>Pointcut</a:t>
            </a:r>
            <a:r>
              <a:rPr lang="fr-FR" sz="2000" b="0" i="0" u="none" strike="noStrike" cap="none">
                <a:solidFill>
                  <a:schemeClr val="dk1"/>
                </a:solidFill>
                <a:latin typeface="Century Gothic"/>
                <a:ea typeface="Century Gothic"/>
                <a:cs typeface="Century Gothic"/>
                <a:sym typeface="Century Gothic"/>
              </a:rPr>
              <a:t> : Une expression, qui  permet de sélectionner plusieurs Join points. Par exemple, «toutes les méthodes public dans un package précis».</a:t>
            </a:r>
            <a:endParaRPr sz="1400" b="0" i="0" u="none" strike="noStrike" cap="none">
              <a:solidFill>
                <a:srgbClr val="000000"/>
              </a:solidFill>
              <a:latin typeface="Arial"/>
              <a:ea typeface="Arial"/>
              <a:cs typeface="Arial"/>
              <a:sym typeface="Arial"/>
            </a:endParaRPr>
          </a:p>
          <a:p>
            <a:pPr marL="342900" marR="0" lvl="0" indent="-215900" algn="l" rtl="0">
              <a:lnSpc>
                <a:spcPct val="100000"/>
              </a:lnSpc>
              <a:spcBef>
                <a:spcPts val="400"/>
              </a:spcBef>
              <a:spcAft>
                <a:spcPts val="0"/>
              </a:spcAft>
              <a:buClr>
                <a:schemeClr val="dk1"/>
              </a:buClr>
              <a:buSzPts val="2000"/>
              <a:buFont typeface="Arial"/>
              <a:buNone/>
            </a:pPr>
            <a:endParaRPr sz="2000" b="0" i="0" u="none" strike="noStrike" cap="none">
              <a:solidFill>
                <a:schemeClr val="dk1"/>
              </a:solidFill>
              <a:latin typeface="Century Gothic"/>
              <a:ea typeface="Century Gothic"/>
              <a:cs typeface="Century Gothic"/>
              <a:sym typeface="Century Gothic"/>
            </a:endParaRPr>
          </a:p>
          <a:p>
            <a:pPr marL="342900" marR="0" lvl="0" indent="-342900" algn="l" rtl="0">
              <a:lnSpc>
                <a:spcPct val="100000"/>
              </a:lnSpc>
              <a:spcBef>
                <a:spcPts val="400"/>
              </a:spcBef>
              <a:spcAft>
                <a:spcPts val="0"/>
              </a:spcAft>
              <a:buClr>
                <a:schemeClr val="dk1"/>
              </a:buClr>
              <a:buSzPts val="2000"/>
              <a:buFont typeface="Arial"/>
              <a:buChar char="•"/>
            </a:pPr>
            <a:r>
              <a:rPr lang="fr-FR" sz="2000" b="1" i="0" u="none" strike="noStrike" cap="none">
                <a:solidFill>
                  <a:schemeClr val="dk1"/>
                </a:solidFill>
                <a:latin typeface="Century Gothic"/>
                <a:ea typeface="Century Gothic"/>
                <a:cs typeface="Century Gothic"/>
                <a:sym typeface="Century Gothic"/>
              </a:rPr>
              <a:t>Advice</a:t>
            </a:r>
            <a:r>
              <a:rPr lang="fr-FR" sz="2000" b="0" i="0" u="none" strike="noStrike" cap="none">
                <a:solidFill>
                  <a:schemeClr val="dk1"/>
                </a:solidFill>
                <a:latin typeface="Century Gothic"/>
                <a:ea typeface="Century Gothic"/>
                <a:cs typeface="Century Gothic"/>
                <a:sym typeface="Century Gothic"/>
              </a:rPr>
              <a:t> : Le code que l'on veut rajouter. On peut ajouter ce  code avant, après, autour de la méthode...</a:t>
            </a:r>
            <a:endParaRPr sz="1400" b="0" i="0" u="none" strike="noStrike" cap="none">
              <a:solidFill>
                <a:srgbClr val="000000"/>
              </a:solidFill>
              <a:latin typeface="Arial"/>
              <a:ea typeface="Arial"/>
              <a:cs typeface="Arial"/>
              <a:sym typeface="Arial"/>
            </a:endParaRPr>
          </a:p>
          <a:p>
            <a:pPr marL="342900" marR="0" lvl="0" indent="-215900" algn="l" rtl="0">
              <a:lnSpc>
                <a:spcPct val="100000"/>
              </a:lnSpc>
              <a:spcBef>
                <a:spcPts val="400"/>
              </a:spcBef>
              <a:spcAft>
                <a:spcPts val="0"/>
              </a:spcAft>
              <a:buClr>
                <a:schemeClr val="dk1"/>
              </a:buClr>
              <a:buSzPts val="2000"/>
              <a:buFont typeface="Arial"/>
              <a:buNone/>
            </a:pPr>
            <a:endParaRPr sz="2000" b="0" i="0" u="none" strike="noStrike" cap="none">
              <a:solidFill>
                <a:schemeClr val="dk1"/>
              </a:solidFill>
              <a:latin typeface="Century Gothic"/>
              <a:ea typeface="Century Gothic"/>
              <a:cs typeface="Century Gothic"/>
              <a:sym typeface="Century Gothic"/>
            </a:endParaRPr>
          </a:p>
          <a:p>
            <a:pPr marL="342900" marR="0" lvl="0" indent="-342900" algn="l" rtl="0">
              <a:lnSpc>
                <a:spcPct val="100000"/>
              </a:lnSpc>
              <a:spcBef>
                <a:spcPts val="400"/>
              </a:spcBef>
              <a:spcAft>
                <a:spcPts val="0"/>
              </a:spcAft>
              <a:buClr>
                <a:schemeClr val="dk1"/>
              </a:buClr>
              <a:buSzPts val="2000"/>
              <a:buFont typeface="Arial"/>
              <a:buChar char="•"/>
            </a:pPr>
            <a:r>
              <a:rPr lang="fr-FR" sz="2000" b="1" i="0" u="none" strike="noStrike" cap="none">
                <a:solidFill>
                  <a:schemeClr val="dk1"/>
                </a:solidFill>
                <a:latin typeface="Century Gothic"/>
                <a:ea typeface="Century Gothic"/>
                <a:cs typeface="Century Gothic"/>
                <a:sym typeface="Century Gothic"/>
              </a:rPr>
              <a:t>Aspect</a:t>
            </a:r>
            <a:r>
              <a:rPr lang="fr-FR" sz="2000" b="0" i="0" u="none" strike="noStrike" cap="none">
                <a:solidFill>
                  <a:schemeClr val="dk1"/>
                </a:solidFill>
                <a:latin typeface="Century Gothic"/>
                <a:ea typeface="Century Gothic"/>
                <a:cs typeface="Century Gothic"/>
                <a:sym typeface="Century Gothic"/>
              </a:rPr>
              <a:t> : Une classe qui encapsule une fonctionnalité transverse et elle est composée d'un ou de plusieurs </a:t>
            </a:r>
            <a:r>
              <a:rPr lang="fr-FR" sz="2000" b="1" i="0" u="none" strike="noStrike" cap="none">
                <a:solidFill>
                  <a:schemeClr val="dk1"/>
                </a:solidFill>
                <a:latin typeface="Century Gothic"/>
                <a:ea typeface="Century Gothic"/>
                <a:cs typeface="Century Gothic"/>
                <a:sym typeface="Century Gothic"/>
              </a:rPr>
              <a:t>Pointcut</a:t>
            </a:r>
            <a:r>
              <a:rPr lang="fr-FR" sz="2000" b="0" i="0" u="none" strike="noStrike" cap="none">
                <a:solidFill>
                  <a:schemeClr val="dk1"/>
                </a:solidFill>
                <a:latin typeface="Century Gothic"/>
                <a:ea typeface="Century Gothic"/>
                <a:cs typeface="Century Gothic"/>
                <a:sym typeface="Century Gothic"/>
              </a:rPr>
              <a:t> et </a:t>
            </a:r>
            <a:r>
              <a:rPr lang="fr-FR" sz="2000" b="1" i="0" u="none" strike="noStrike" cap="none">
                <a:solidFill>
                  <a:schemeClr val="dk1"/>
                </a:solidFill>
                <a:latin typeface="Century Gothic"/>
                <a:ea typeface="Century Gothic"/>
                <a:cs typeface="Century Gothic"/>
                <a:sym typeface="Century Gothic"/>
              </a:rPr>
              <a:t>Advice</a:t>
            </a:r>
            <a:r>
              <a:rPr lang="fr-FR" sz="2000" b="0" i="0" u="none" strike="noStrike" cap="none">
                <a:solidFill>
                  <a:schemeClr val="dk1"/>
                </a:solidFill>
                <a:latin typeface="Century Gothic"/>
                <a:ea typeface="Century Gothic"/>
                <a:cs typeface="Century Gothic"/>
                <a:sym typeface="Century Gothic"/>
              </a:rPr>
              <a:t>. La classe est annotée </a:t>
            </a:r>
            <a:r>
              <a:rPr lang="fr-FR" sz="2000" b="1" i="0" u="none" strike="noStrike" cap="none">
                <a:solidFill>
                  <a:schemeClr val="dk1"/>
                </a:solidFill>
                <a:latin typeface="Century Gothic"/>
                <a:ea typeface="Century Gothic"/>
                <a:cs typeface="Century Gothic"/>
                <a:sym typeface="Century Gothic"/>
              </a:rPr>
              <a:t>@Aspect</a:t>
            </a:r>
            <a:r>
              <a:rPr lang="fr-FR" sz="2000" b="0" i="0" u="none" strike="noStrike" cap="none">
                <a:solidFill>
                  <a:schemeClr val="dk1"/>
                </a:solidFill>
                <a:latin typeface="Century Gothic"/>
                <a:ea typeface="Century Gothic"/>
                <a:cs typeface="Century Gothic"/>
                <a:sym typeface="Century Gothic"/>
              </a:rPr>
              <a:t>.   </a:t>
            </a:r>
            <a:endParaRPr sz="1400" b="0" i="0" u="none" strike="noStrike" cap="none">
              <a:solidFill>
                <a:srgbClr val="000000"/>
              </a:solidFill>
              <a:latin typeface="Arial"/>
              <a:ea typeface="Arial"/>
              <a:cs typeface="Arial"/>
              <a:sym typeface="Arial"/>
            </a:endParaRPr>
          </a:p>
          <a:p>
            <a:pPr marL="342900" marR="0" lvl="0" indent="-215900" algn="l" rtl="0">
              <a:lnSpc>
                <a:spcPct val="100000"/>
              </a:lnSpc>
              <a:spcBef>
                <a:spcPts val="400"/>
              </a:spcBef>
              <a:spcAft>
                <a:spcPts val="0"/>
              </a:spcAft>
              <a:buClr>
                <a:schemeClr val="dk1"/>
              </a:buClr>
              <a:buSzPts val="2000"/>
              <a:buFont typeface="Arial"/>
              <a:buNone/>
            </a:pPr>
            <a:endParaRPr sz="2000" b="0" i="0" u="none" strike="noStrike" cap="none">
              <a:solidFill>
                <a:schemeClr val="dk1"/>
              </a:solidFill>
              <a:latin typeface="Century Gothic"/>
              <a:ea typeface="Century Gothic"/>
              <a:cs typeface="Century Gothic"/>
              <a:sym typeface="Century Gothic"/>
            </a:endParaRPr>
          </a:p>
          <a:p>
            <a:pPr marL="342900" marR="0" lvl="0" indent="-342900" algn="l" rtl="0">
              <a:lnSpc>
                <a:spcPct val="100000"/>
              </a:lnSpc>
              <a:spcBef>
                <a:spcPts val="400"/>
              </a:spcBef>
              <a:spcAft>
                <a:spcPts val="0"/>
              </a:spcAft>
              <a:buClr>
                <a:schemeClr val="dk1"/>
              </a:buClr>
              <a:buSzPts val="2000"/>
              <a:buFont typeface="Arial"/>
              <a:buChar char="•"/>
            </a:pPr>
            <a:r>
              <a:rPr lang="fr-FR" sz="2000" b="1" i="0" u="none" strike="noStrike" cap="none">
                <a:solidFill>
                  <a:schemeClr val="dk1"/>
                </a:solidFill>
                <a:latin typeface="Century Gothic"/>
                <a:ea typeface="Century Gothic"/>
                <a:cs typeface="Century Gothic"/>
                <a:sym typeface="Century Gothic"/>
              </a:rPr>
              <a:t>Weaving</a:t>
            </a:r>
            <a:r>
              <a:rPr lang="fr-FR" sz="2000" b="0" i="0" u="none" strike="noStrike" cap="none">
                <a:solidFill>
                  <a:schemeClr val="dk1"/>
                </a:solidFill>
                <a:latin typeface="Century Gothic"/>
                <a:ea typeface="Century Gothic"/>
                <a:cs typeface="Century Gothic"/>
                <a:sym typeface="Century Gothic"/>
              </a:rPr>
              <a:t> (tissage) : action d'insertion des aspects (Fait par Spring AOP). </a:t>
            </a:r>
            <a:endParaRPr sz="1400" b="0" i="0" u="none" strike="noStrike" cap="none">
              <a:solidFill>
                <a:srgbClr val="000000"/>
              </a:solidFill>
              <a:latin typeface="Arial"/>
              <a:ea typeface="Arial"/>
              <a:cs typeface="Arial"/>
              <a:sym typeface="Arial"/>
            </a:endParaRPr>
          </a:p>
        </p:txBody>
      </p:sp>
      <p:sp>
        <p:nvSpPr>
          <p:cNvPr id="111" name="Google Shape;111;p11"/>
          <p:cNvSpPr txBox="1">
            <a:spLocks noGrp="1"/>
          </p:cNvSpPr>
          <p:nvPr>
            <p:ph type="sldNum" idx="12"/>
          </p:nvPr>
        </p:nvSpPr>
        <p:spPr>
          <a:xfrm>
            <a:off x="9061476" y="7329489"/>
            <a:ext cx="1500198" cy="171714"/>
          </a:xfrm>
          <a:prstGeom prst="rect">
            <a:avLst/>
          </a:prstGeom>
          <a:noFill/>
          <a:ln>
            <a:noFill/>
          </a:ln>
        </p:spPr>
        <p:txBody>
          <a:bodyPr spcFirstLastPara="1" wrap="square" lIns="0" tIns="0" rIns="0" bIns="0" anchor="t" anchorCtr="0">
            <a:spAutoFit/>
          </a:bodyPr>
          <a:lstStyle/>
          <a:p>
            <a:pPr marL="186690" lvl="0" indent="0" algn="l" rtl="0">
              <a:lnSpc>
                <a:spcPct val="82812"/>
              </a:lnSpc>
              <a:spcBef>
                <a:spcPts val="0"/>
              </a:spcBef>
              <a:spcAft>
                <a:spcPts val="0"/>
              </a:spcAft>
              <a:buSzPts val="1600"/>
              <a:buNone/>
            </a:pPr>
            <a:fld id="{00000000-1234-1234-1234-123412341234}" type="slidenum">
              <a:rPr lang="fr-FR"/>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1"/>
          <p:cNvSpPr txBox="1"/>
          <p:nvPr/>
        </p:nvSpPr>
        <p:spPr>
          <a:xfrm>
            <a:off x="0" y="40897"/>
            <a:ext cx="10693400" cy="1018524"/>
          </a:xfrm>
          <a:prstGeom prst="rect">
            <a:avLst/>
          </a:prstGeom>
          <a:noFill/>
          <a:ln>
            <a:noFill/>
          </a:ln>
        </p:spPr>
        <p:txBody>
          <a:bodyPr spcFirstLastPara="1" wrap="square" lIns="0" tIns="520900" rIns="0" bIns="0" anchor="t" anchorCtr="0">
            <a:spAutoFit/>
          </a:bodyPr>
          <a:lstStyle/>
          <a:p>
            <a:pPr marL="12602" marR="0" lvl="0" indent="0" algn="ctr" rtl="0">
              <a:lnSpc>
                <a:spcPct val="100000"/>
              </a:lnSpc>
              <a:spcBef>
                <a:spcPts val="0"/>
              </a:spcBef>
              <a:spcAft>
                <a:spcPts val="0"/>
              </a:spcAft>
              <a:buClr>
                <a:srgbClr val="000000"/>
              </a:buClr>
              <a:buSzPts val="3200"/>
              <a:buFont typeface="Arial"/>
              <a:buNone/>
            </a:pPr>
            <a:r>
              <a:rPr lang="fr-FR" sz="3200" b="0" i="0" u="none" strike="noStrike" cap="none">
                <a:solidFill>
                  <a:schemeClr val="dk1"/>
                </a:solidFill>
                <a:latin typeface="Century Gothic"/>
                <a:ea typeface="Century Gothic"/>
                <a:cs typeface="Century Gothic"/>
                <a:sym typeface="Century Gothic"/>
              </a:rPr>
              <a:t>Implémentation de l’AOP  </a:t>
            </a:r>
            <a:endParaRPr sz="3200" b="0" i="0" u="none" strike="noStrike" cap="none">
              <a:solidFill>
                <a:schemeClr val="dk1"/>
              </a:solidFill>
              <a:latin typeface="Century Gothic"/>
              <a:ea typeface="Century Gothic"/>
              <a:cs typeface="Century Gothic"/>
              <a:sym typeface="Century Gothic"/>
            </a:endParaRPr>
          </a:p>
        </p:txBody>
      </p:sp>
      <p:sp>
        <p:nvSpPr>
          <p:cNvPr id="110" name="Google Shape;110;p11"/>
          <p:cNvSpPr/>
          <p:nvPr/>
        </p:nvSpPr>
        <p:spPr>
          <a:xfrm>
            <a:off x="304801" y="1283393"/>
            <a:ext cx="10083800" cy="5943330"/>
          </a:xfrm>
          <a:prstGeom prst="rect">
            <a:avLst/>
          </a:prstGeom>
          <a:noFill/>
          <a:ln>
            <a:noFill/>
          </a:ln>
        </p:spPr>
        <p:txBody>
          <a:bodyPr spcFirstLastPara="1" wrap="square" lIns="100800" tIns="50400" rIns="100800" bIns="50400" anchor="t" anchorCtr="0">
            <a:normAutofit/>
          </a:bodyPr>
          <a:lstStyle/>
          <a:p>
            <a:pPr marL="342900" marR="0" lvl="0" indent="-215900" algn="l" rtl="0">
              <a:lnSpc>
                <a:spcPct val="100000"/>
              </a:lnSpc>
              <a:spcBef>
                <a:spcPts val="0"/>
              </a:spcBef>
              <a:spcAft>
                <a:spcPts val="0"/>
              </a:spcAft>
              <a:buClr>
                <a:schemeClr val="dk1"/>
              </a:buClr>
              <a:buSzPts val="2000"/>
              <a:buFont typeface="Arial"/>
              <a:buNone/>
            </a:pPr>
            <a:endParaRPr sz="1400" b="0" i="0" u="none" strike="noStrike" cap="none" dirty="0">
              <a:solidFill>
                <a:srgbClr val="000000"/>
              </a:solidFill>
              <a:latin typeface="Arial"/>
              <a:ea typeface="Arial"/>
              <a:cs typeface="Arial"/>
              <a:sym typeface="Arial"/>
            </a:endParaRPr>
          </a:p>
        </p:txBody>
      </p:sp>
      <p:sp>
        <p:nvSpPr>
          <p:cNvPr id="111" name="Google Shape;111;p11"/>
          <p:cNvSpPr txBox="1">
            <a:spLocks noGrp="1"/>
          </p:cNvSpPr>
          <p:nvPr>
            <p:ph type="sldNum" idx="12"/>
          </p:nvPr>
        </p:nvSpPr>
        <p:spPr>
          <a:xfrm>
            <a:off x="9061476" y="7329489"/>
            <a:ext cx="1500198" cy="171714"/>
          </a:xfrm>
          <a:prstGeom prst="rect">
            <a:avLst/>
          </a:prstGeom>
          <a:noFill/>
          <a:ln>
            <a:noFill/>
          </a:ln>
        </p:spPr>
        <p:txBody>
          <a:bodyPr spcFirstLastPara="1" wrap="square" lIns="0" tIns="0" rIns="0" bIns="0" anchor="t" anchorCtr="0">
            <a:spAutoFit/>
          </a:bodyPr>
          <a:lstStyle/>
          <a:p>
            <a:pPr marL="186690" lvl="0" indent="0" algn="l" rtl="0">
              <a:lnSpc>
                <a:spcPct val="82812"/>
              </a:lnSpc>
              <a:spcBef>
                <a:spcPts val="0"/>
              </a:spcBef>
              <a:spcAft>
                <a:spcPts val="0"/>
              </a:spcAft>
              <a:buSzPts val="1600"/>
              <a:buNone/>
            </a:pPr>
            <a:fld id="{00000000-1234-1234-1234-123412341234}" type="slidenum">
              <a:rPr lang="fr-FR"/>
              <a:t>12</a:t>
            </a:fld>
            <a:endParaRPr/>
          </a:p>
        </p:txBody>
      </p:sp>
      <p:pic>
        <p:nvPicPr>
          <p:cNvPr id="3" name="Image 2" descr="Une image contenant texte, capture d’écran, diagramme, Police&#10;&#10;Description générée automatiquement">
            <a:extLst>
              <a:ext uri="{FF2B5EF4-FFF2-40B4-BE49-F238E27FC236}">
                <a16:creationId xmlns:a16="http://schemas.microsoft.com/office/drawing/2014/main" id="{B8FF50CB-9967-A620-5F48-539FC8321547}"/>
              </a:ext>
            </a:extLst>
          </p:cNvPr>
          <p:cNvPicPr>
            <a:picLocks noChangeAspect="1"/>
          </p:cNvPicPr>
          <p:nvPr/>
        </p:nvPicPr>
        <p:blipFill>
          <a:blip r:embed="rId3"/>
          <a:stretch>
            <a:fillRect/>
          </a:stretch>
        </p:blipFill>
        <p:spPr>
          <a:xfrm>
            <a:off x="584200" y="1397558"/>
            <a:ext cx="9525000" cy="5715000"/>
          </a:xfrm>
          <a:prstGeom prst="rect">
            <a:avLst/>
          </a:prstGeom>
        </p:spPr>
      </p:pic>
    </p:spTree>
    <p:extLst>
      <p:ext uri="{BB962C8B-B14F-4D97-AF65-F5344CB8AC3E}">
        <p14:creationId xmlns:p14="http://schemas.microsoft.com/office/powerpoint/2010/main" val="584508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2"/>
          <p:cNvSpPr txBox="1"/>
          <p:nvPr/>
        </p:nvSpPr>
        <p:spPr>
          <a:xfrm>
            <a:off x="0" y="40897"/>
            <a:ext cx="10693400" cy="1018524"/>
          </a:xfrm>
          <a:prstGeom prst="rect">
            <a:avLst/>
          </a:prstGeom>
          <a:noFill/>
          <a:ln>
            <a:noFill/>
          </a:ln>
        </p:spPr>
        <p:txBody>
          <a:bodyPr spcFirstLastPara="1" wrap="square" lIns="0" tIns="520900" rIns="0" bIns="0" anchor="t" anchorCtr="0">
            <a:spAutoFit/>
          </a:bodyPr>
          <a:lstStyle/>
          <a:p>
            <a:pPr marL="12602" marR="0" lvl="0" indent="0" algn="ctr" rtl="0">
              <a:lnSpc>
                <a:spcPct val="100000"/>
              </a:lnSpc>
              <a:spcBef>
                <a:spcPts val="0"/>
              </a:spcBef>
              <a:spcAft>
                <a:spcPts val="0"/>
              </a:spcAft>
              <a:buClr>
                <a:srgbClr val="000000"/>
              </a:buClr>
              <a:buSzPts val="3200"/>
              <a:buFont typeface="Arial"/>
              <a:buNone/>
            </a:pPr>
            <a:r>
              <a:rPr lang="fr-FR" sz="3200" b="0" i="0" u="none" strike="noStrike" cap="none">
                <a:solidFill>
                  <a:schemeClr val="dk1"/>
                </a:solidFill>
                <a:latin typeface="Century Gothic"/>
                <a:ea typeface="Century Gothic"/>
                <a:cs typeface="Century Gothic"/>
                <a:sym typeface="Century Gothic"/>
              </a:rPr>
              <a:t>Types d’Advise</a:t>
            </a:r>
            <a:endParaRPr sz="3200" b="0" i="0" u="none" strike="noStrike" cap="none">
              <a:solidFill>
                <a:schemeClr val="dk1"/>
              </a:solidFill>
              <a:latin typeface="Century Gothic"/>
              <a:ea typeface="Century Gothic"/>
              <a:cs typeface="Century Gothic"/>
              <a:sym typeface="Century Gothic"/>
            </a:endParaRPr>
          </a:p>
        </p:txBody>
      </p:sp>
      <p:sp>
        <p:nvSpPr>
          <p:cNvPr id="118" name="Google Shape;118;p12"/>
          <p:cNvSpPr/>
          <p:nvPr/>
        </p:nvSpPr>
        <p:spPr>
          <a:xfrm>
            <a:off x="0" y="1283393"/>
            <a:ext cx="10693399" cy="5943330"/>
          </a:xfrm>
          <a:prstGeom prst="rect">
            <a:avLst/>
          </a:prstGeom>
          <a:noFill/>
          <a:ln>
            <a:noFill/>
          </a:ln>
        </p:spPr>
        <p:txBody>
          <a:bodyPr spcFirstLastPara="1" wrap="square" lIns="100800" tIns="50400" rIns="100800" bIns="50400" anchor="t" anchorCtr="0">
            <a:normAutofit/>
          </a:bodyPr>
          <a:lstStyle/>
          <a:p>
            <a:pPr marL="342900" marR="0" lvl="0" indent="-215900" algn="l" rtl="0">
              <a:lnSpc>
                <a:spcPct val="100000"/>
              </a:lnSpc>
              <a:spcBef>
                <a:spcPts val="0"/>
              </a:spcBef>
              <a:spcAft>
                <a:spcPts val="0"/>
              </a:spcAft>
              <a:buClr>
                <a:schemeClr val="dk1"/>
              </a:buClr>
              <a:buSzPts val="2000"/>
              <a:buFont typeface="Arial"/>
              <a:buNone/>
            </a:pPr>
            <a:endParaRPr sz="1400" b="0" i="0" u="none" strike="noStrike" cap="none" dirty="0">
              <a:solidFill>
                <a:srgbClr val="000000"/>
              </a:solidFill>
              <a:latin typeface="Arial"/>
              <a:ea typeface="Arial"/>
              <a:cs typeface="Arial"/>
              <a:sym typeface="Arial"/>
            </a:endParaRPr>
          </a:p>
        </p:txBody>
      </p:sp>
      <p:sp>
        <p:nvSpPr>
          <p:cNvPr id="119" name="Google Shape;119;p12"/>
          <p:cNvSpPr txBox="1">
            <a:spLocks noGrp="1"/>
          </p:cNvSpPr>
          <p:nvPr>
            <p:ph type="sldNum" idx="12"/>
          </p:nvPr>
        </p:nvSpPr>
        <p:spPr>
          <a:xfrm>
            <a:off x="9061476" y="7329489"/>
            <a:ext cx="1500198" cy="171714"/>
          </a:xfrm>
          <a:prstGeom prst="rect">
            <a:avLst/>
          </a:prstGeom>
          <a:noFill/>
          <a:ln>
            <a:noFill/>
          </a:ln>
        </p:spPr>
        <p:txBody>
          <a:bodyPr spcFirstLastPara="1" wrap="square" lIns="0" tIns="0" rIns="0" bIns="0" anchor="t" anchorCtr="0">
            <a:spAutoFit/>
          </a:bodyPr>
          <a:lstStyle/>
          <a:p>
            <a:pPr marL="186690" lvl="0" indent="0" algn="l" rtl="0">
              <a:lnSpc>
                <a:spcPct val="82812"/>
              </a:lnSpc>
              <a:spcBef>
                <a:spcPts val="0"/>
              </a:spcBef>
              <a:spcAft>
                <a:spcPts val="0"/>
              </a:spcAft>
              <a:buSzPts val="1600"/>
              <a:buNone/>
            </a:pPr>
            <a:fld id="{00000000-1234-1234-1234-123412341234}" type="slidenum">
              <a:rPr lang="fr-FR"/>
              <a:t>13</a:t>
            </a:fld>
            <a:endParaRPr/>
          </a:p>
        </p:txBody>
      </p:sp>
      <p:pic>
        <p:nvPicPr>
          <p:cNvPr id="3" name="Image 2" descr="Une image contenant texte, capture d’écran, Police, diagramme&#10;&#10;Description générée automatiquement">
            <a:extLst>
              <a:ext uri="{FF2B5EF4-FFF2-40B4-BE49-F238E27FC236}">
                <a16:creationId xmlns:a16="http://schemas.microsoft.com/office/drawing/2014/main" id="{18B394E7-19E2-2855-4AAB-121CE1DB791E}"/>
              </a:ext>
            </a:extLst>
          </p:cNvPr>
          <p:cNvPicPr>
            <a:picLocks noChangeAspect="1"/>
          </p:cNvPicPr>
          <p:nvPr/>
        </p:nvPicPr>
        <p:blipFill>
          <a:blip r:embed="rId3"/>
          <a:stretch>
            <a:fillRect/>
          </a:stretch>
        </p:blipFill>
        <p:spPr>
          <a:xfrm>
            <a:off x="85060" y="1283393"/>
            <a:ext cx="10217889" cy="2342908"/>
          </a:xfrm>
          <a:prstGeom prst="rect">
            <a:avLst/>
          </a:prstGeom>
        </p:spPr>
      </p:pic>
      <p:sp>
        <p:nvSpPr>
          <p:cNvPr id="6" name="Rectangle 2">
            <a:extLst>
              <a:ext uri="{FF2B5EF4-FFF2-40B4-BE49-F238E27FC236}">
                <a16:creationId xmlns:a16="http://schemas.microsoft.com/office/drawing/2014/main" id="{9273C572-6701-478B-28DE-6143074E05AE}"/>
              </a:ext>
            </a:extLst>
          </p:cNvPr>
          <p:cNvSpPr>
            <a:spLocks noChangeArrowheads="1"/>
          </p:cNvSpPr>
          <p:nvPr/>
        </p:nvSpPr>
        <p:spPr bwMode="auto">
          <a:xfrm>
            <a:off x="204373" y="3590568"/>
            <a:ext cx="990719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1" i="0" u="none" strike="noStrike" cap="none" normalizeH="0" baseline="0" dirty="0">
                <a:ln>
                  <a:noFill/>
                </a:ln>
                <a:solidFill>
                  <a:schemeClr val="tx1"/>
                </a:solidFill>
                <a:effectLst/>
                <a:latin typeface="Arial" panose="020B0604020202020204" pitchFamily="34" charset="0"/>
              </a:rPr>
              <a:t>@Before</a:t>
            </a:r>
            <a:r>
              <a:rPr kumimoji="0" lang="fr-FR" altLang="fr-FR" sz="1800" b="0" i="0" u="none" strike="noStrike" cap="none" normalizeH="0" baseline="0" dirty="0">
                <a:ln>
                  <a:noFill/>
                </a:ln>
                <a:solidFill>
                  <a:schemeClr val="tx1"/>
                </a:solidFill>
                <a:effectLst/>
                <a:latin typeface="Arial" panose="020B0604020202020204" pitchFamily="34" charset="0"/>
              </a:rPr>
              <a:t> : L'annotation @Before est utilisée pour exécuter un </a:t>
            </a:r>
            <a:r>
              <a:rPr kumimoji="0" lang="fr-FR" altLang="fr-FR" sz="1800" b="0" i="0" u="none" strike="noStrike" cap="none" normalizeH="0" baseline="0" dirty="0" err="1">
                <a:ln>
                  <a:noFill/>
                </a:ln>
                <a:solidFill>
                  <a:schemeClr val="tx1"/>
                </a:solidFill>
                <a:effectLst/>
                <a:latin typeface="Arial" panose="020B0604020202020204" pitchFamily="34" charset="0"/>
              </a:rPr>
              <a:t>advice</a:t>
            </a:r>
            <a:r>
              <a:rPr kumimoji="0" lang="fr-FR" altLang="fr-FR" sz="1800" b="0" i="0" u="none" strike="noStrike" cap="none" normalizeH="0" baseline="0" dirty="0">
                <a:ln>
                  <a:noFill/>
                </a:ln>
                <a:solidFill>
                  <a:schemeClr val="tx1"/>
                </a:solidFill>
                <a:effectLst/>
                <a:latin typeface="Arial" panose="020B0604020202020204" pitchFamily="34" charset="0"/>
              </a:rPr>
              <a:t> (conseil) avant l'exécution de la méthode interceptée. C'est idéal pour des tâches de préparation ou de validation avant que la méthode cible ne soit exécutée.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1" i="0" u="none" strike="noStrike" cap="none" normalizeH="0" baseline="0" dirty="0">
                <a:ln>
                  <a:noFill/>
                </a:ln>
                <a:solidFill>
                  <a:schemeClr val="tx1"/>
                </a:solidFill>
                <a:effectLst/>
                <a:latin typeface="Arial" panose="020B0604020202020204" pitchFamily="34" charset="0"/>
              </a:rPr>
              <a:t>@After</a:t>
            </a:r>
            <a:r>
              <a:rPr kumimoji="0" lang="fr-FR" altLang="fr-FR" sz="1800" b="0" i="0" u="none" strike="noStrike" cap="none" normalizeH="0" baseline="0" dirty="0">
                <a:ln>
                  <a:noFill/>
                </a:ln>
                <a:solidFill>
                  <a:schemeClr val="tx1"/>
                </a:solidFill>
                <a:effectLst/>
                <a:latin typeface="Arial" panose="020B0604020202020204" pitchFamily="34" charset="0"/>
              </a:rPr>
              <a:t> : L'annotation @After est utilisée pour exécuter un </a:t>
            </a:r>
            <a:r>
              <a:rPr kumimoji="0" lang="fr-FR" altLang="fr-FR" sz="1800" b="0" i="0" u="none" strike="noStrike" cap="none" normalizeH="0" baseline="0" dirty="0" err="1">
                <a:ln>
                  <a:noFill/>
                </a:ln>
                <a:solidFill>
                  <a:schemeClr val="tx1"/>
                </a:solidFill>
                <a:effectLst/>
                <a:latin typeface="Arial" panose="020B0604020202020204" pitchFamily="34" charset="0"/>
              </a:rPr>
              <a:t>advice</a:t>
            </a:r>
            <a:r>
              <a:rPr kumimoji="0" lang="fr-FR" altLang="fr-FR" sz="1800" b="0" i="0" u="none" strike="noStrike" cap="none" normalizeH="0" baseline="0" dirty="0">
                <a:ln>
                  <a:noFill/>
                </a:ln>
                <a:solidFill>
                  <a:schemeClr val="tx1"/>
                </a:solidFill>
                <a:effectLst/>
                <a:latin typeface="Arial" panose="020B0604020202020204" pitchFamily="34" charset="0"/>
              </a:rPr>
              <a:t> après que la méthode interceptée a été exécutée, qu'elle se termine normalement ou qu'elle lance une exception. C'est utile pour les tâches de nettoyage ou de post-traitement.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1" i="0" u="none" strike="noStrike" cap="none" normalizeH="0" baseline="0" dirty="0">
                <a:ln>
                  <a:noFill/>
                </a:ln>
                <a:solidFill>
                  <a:schemeClr val="tx1"/>
                </a:solidFill>
                <a:effectLst/>
                <a:latin typeface="Arial" panose="020B0604020202020204" pitchFamily="34" charset="0"/>
              </a:rPr>
              <a:t>@Around</a:t>
            </a:r>
            <a:r>
              <a:rPr kumimoji="0" lang="fr-FR" altLang="fr-FR" sz="1800" b="0" i="0" u="none" strike="noStrike" cap="none" normalizeH="0" baseline="0" dirty="0">
                <a:ln>
                  <a:noFill/>
                </a:ln>
                <a:solidFill>
                  <a:schemeClr val="tx1"/>
                </a:solidFill>
                <a:effectLst/>
                <a:latin typeface="Arial" panose="020B0604020202020204" pitchFamily="34" charset="0"/>
              </a:rPr>
              <a:t> : L'annotation @Around est utilisée pour entourer l'exécution de la méthode interceptée. Elle permet d'exécuter du code avant et après la méthode, et même de contrôler si et quand la méthode cible doit être exécutée. Elle est souvent utilisée pour des fonctionnalités complexes comme la gestion des transactions.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3"/>
          <p:cNvSpPr txBox="1"/>
          <p:nvPr/>
        </p:nvSpPr>
        <p:spPr>
          <a:xfrm>
            <a:off x="-131726" y="-18543"/>
            <a:ext cx="10693400" cy="1018524"/>
          </a:xfrm>
          <a:prstGeom prst="rect">
            <a:avLst/>
          </a:prstGeom>
          <a:noFill/>
          <a:ln>
            <a:noFill/>
          </a:ln>
        </p:spPr>
        <p:txBody>
          <a:bodyPr spcFirstLastPara="1" wrap="square" lIns="0" tIns="520900" rIns="0" bIns="0" anchor="t" anchorCtr="0">
            <a:spAutoFit/>
          </a:bodyPr>
          <a:lstStyle/>
          <a:p>
            <a:pPr marL="12602" marR="0" lvl="0" indent="0" algn="ctr" rtl="0">
              <a:lnSpc>
                <a:spcPct val="100000"/>
              </a:lnSpc>
              <a:spcBef>
                <a:spcPts val="0"/>
              </a:spcBef>
              <a:spcAft>
                <a:spcPts val="0"/>
              </a:spcAft>
              <a:buClr>
                <a:srgbClr val="000000"/>
              </a:buClr>
              <a:buSzPts val="3200"/>
              <a:buFont typeface="Arial"/>
              <a:buNone/>
            </a:pPr>
            <a:r>
              <a:rPr lang="fr-FR" sz="3200" b="0" i="0" u="none" strike="noStrike" cap="none" dirty="0">
                <a:solidFill>
                  <a:schemeClr val="dk1"/>
                </a:solidFill>
                <a:latin typeface="Century Gothic"/>
                <a:ea typeface="Century Gothic"/>
                <a:cs typeface="Century Gothic"/>
                <a:sym typeface="Century Gothic"/>
              </a:rPr>
              <a:t>Type d’</a:t>
            </a:r>
            <a:r>
              <a:rPr lang="fr-FR" sz="3200" b="0" i="0" u="none" strike="noStrike" cap="none" dirty="0" err="1">
                <a:solidFill>
                  <a:schemeClr val="dk1"/>
                </a:solidFill>
                <a:latin typeface="Century Gothic"/>
                <a:ea typeface="Century Gothic"/>
                <a:cs typeface="Century Gothic"/>
                <a:sym typeface="Century Gothic"/>
              </a:rPr>
              <a:t>Advise</a:t>
            </a:r>
            <a:endParaRPr sz="3200" b="0" i="0" u="none" strike="noStrike" cap="none" dirty="0">
              <a:solidFill>
                <a:schemeClr val="dk1"/>
              </a:solidFill>
              <a:latin typeface="Century Gothic"/>
              <a:ea typeface="Century Gothic"/>
              <a:cs typeface="Century Gothic"/>
              <a:sym typeface="Century Gothic"/>
            </a:endParaRPr>
          </a:p>
        </p:txBody>
      </p:sp>
      <p:sp>
        <p:nvSpPr>
          <p:cNvPr id="126" name="Google Shape;126;p13"/>
          <p:cNvSpPr/>
          <p:nvPr/>
        </p:nvSpPr>
        <p:spPr>
          <a:xfrm>
            <a:off x="0" y="1283393"/>
            <a:ext cx="10693399" cy="5943330"/>
          </a:xfrm>
          <a:prstGeom prst="rect">
            <a:avLst/>
          </a:prstGeom>
          <a:noFill/>
          <a:ln>
            <a:noFill/>
          </a:ln>
        </p:spPr>
        <p:txBody>
          <a:bodyPr spcFirstLastPara="1" wrap="square" lIns="100800" tIns="50400" rIns="100800" bIns="50400" anchor="t" anchorCtr="0">
            <a:noAutofit/>
          </a:bodyPr>
          <a:lstStyle/>
          <a:p>
            <a:pPr marL="342900" marR="0" lvl="0" indent="-342900" algn="l" rtl="0">
              <a:lnSpc>
                <a:spcPct val="100000"/>
              </a:lnSpc>
              <a:spcBef>
                <a:spcPts val="360"/>
              </a:spcBef>
              <a:spcAft>
                <a:spcPts val="0"/>
              </a:spcAft>
              <a:buClr>
                <a:schemeClr val="dk1"/>
              </a:buClr>
              <a:buSzPts val="1800"/>
              <a:buFont typeface="Arial"/>
              <a:buNone/>
            </a:pPr>
            <a:endParaRPr sz="1800" b="0" i="0" u="none" strike="noStrike" cap="none" dirty="0">
              <a:solidFill>
                <a:schemeClr val="dk1"/>
              </a:solidFill>
              <a:latin typeface="Century Gothic"/>
              <a:ea typeface="Century Gothic"/>
              <a:cs typeface="Century Gothic"/>
              <a:sym typeface="Century Gothic"/>
            </a:endParaRPr>
          </a:p>
        </p:txBody>
      </p:sp>
      <p:sp>
        <p:nvSpPr>
          <p:cNvPr id="127" name="Google Shape;127;p13"/>
          <p:cNvSpPr txBox="1">
            <a:spLocks noGrp="1"/>
          </p:cNvSpPr>
          <p:nvPr>
            <p:ph type="sldNum" idx="12"/>
          </p:nvPr>
        </p:nvSpPr>
        <p:spPr>
          <a:xfrm>
            <a:off x="9061476" y="7329489"/>
            <a:ext cx="1500198" cy="171714"/>
          </a:xfrm>
          <a:prstGeom prst="rect">
            <a:avLst/>
          </a:prstGeom>
          <a:noFill/>
          <a:ln>
            <a:noFill/>
          </a:ln>
        </p:spPr>
        <p:txBody>
          <a:bodyPr spcFirstLastPara="1" wrap="square" lIns="0" tIns="0" rIns="0" bIns="0" anchor="t" anchorCtr="0">
            <a:spAutoFit/>
          </a:bodyPr>
          <a:lstStyle/>
          <a:p>
            <a:pPr marL="186690" lvl="0" indent="0" algn="l" rtl="0">
              <a:lnSpc>
                <a:spcPct val="82812"/>
              </a:lnSpc>
              <a:spcBef>
                <a:spcPts val="0"/>
              </a:spcBef>
              <a:spcAft>
                <a:spcPts val="0"/>
              </a:spcAft>
              <a:buSzPts val="1600"/>
              <a:buNone/>
            </a:pPr>
            <a:fld id="{00000000-1234-1234-1234-123412341234}" type="slidenum">
              <a:rPr lang="fr-FR"/>
              <a:t>14</a:t>
            </a:fld>
            <a:endParaRPr/>
          </a:p>
        </p:txBody>
      </p:sp>
      <p:sp>
        <p:nvSpPr>
          <p:cNvPr id="2" name="Rectangle 1">
            <a:extLst>
              <a:ext uri="{FF2B5EF4-FFF2-40B4-BE49-F238E27FC236}">
                <a16:creationId xmlns:a16="http://schemas.microsoft.com/office/drawing/2014/main" id="{403BBAE6-581E-BBE9-62F7-0C70E719620F}"/>
              </a:ext>
            </a:extLst>
          </p:cNvPr>
          <p:cNvSpPr>
            <a:spLocks noChangeArrowheads="1"/>
          </p:cNvSpPr>
          <p:nvPr/>
        </p:nvSpPr>
        <p:spPr bwMode="auto">
          <a:xfrm>
            <a:off x="202019" y="2636338"/>
            <a:ext cx="9888279"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000" b="1" i="0" u="none" strike="noStrike" cap="none" normalizeH="0" baseline="0" dirty="0">
                <a:ln>
                  <a:noFill/>
                </a:ln>
                <a:solidFill>
                  <a:schemeClr val="tx1"/>
                </a:solidFill>
                <a:effectLst/>
                <a:latin typeface="Arial Unicode MS" panose="020B0604020202020204" pitchFamily="34" charset="-128"/>
              </a:rPr>
              <a:t>@AfterThrowing</a:t>
            </a:r>
            <a:endParaRPr kumimoji="0" lang="fr-FR" altLang="fr-FR" sz="16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1" i="0" u="none" strike="noStrike" cap="none" normalizeH="0" baseline="0" dirty="0">
                <a:ln>
                  <a:noFill/>
                </a:ln>
                <a:solidFill>
                  <a:schemeClr val="tx1"/>
                </a:solidFill>
                <a:effectLst/>
                <a:latin typeface="Arial" panose="020B0604020202020204" pitchFamily="34" charset="0"/>
              </a:rPr>
              <a:t>L'</a:t>
            </a:r>
            <a:r>
              <a:rPr kumimoji="0" lang="fr-FR" altLang="fr-FR" b="1" i="0" u="none" strike="noStrike" cap="none" normalizeH="0" baseline="0" dirty="0" err="1">
                <a:ln>
                  <a:noFill/>
                </a:ln>
                <a:solidFill>
                  <a:schemeClr val="tx1"/>
                </a:solidFill>
                <a:effectLst/>
                <a:latin typeface="Arial" panose="020B0604020202020204" pitchFamily="34" charset="0"/>
              </a:rPr>
              <a:t>advice</a:t>
            </a:r>
            <a:r>
              <a:rPr kumimoji="0" lang="fr-FR" altLang="fr-FR" b="1" i="0" u="none" strike="noStrike" cap="none" normalizeH="0" baseline="0" dirty="0">
                <a:ln>
                  <a:noFill/>
                </a:ln>
                <a:solidFill>
                  <a:schemeClr val="tx1"/>
                </a:solidFill>
                <a:effectLst/>
                <a:latin typeface="Arial" panose="020B0604020202020204" pitchFamily="34" charset="0"/>
              </a:rPr>
              <a:t> </a:t>
            </a:r>
            <a:r>
              <a:rPr kumimoji="0" lang="fr-FR" altLang="fr-FR" sz="2000" b="1" i="0" u="none" strike="noStrike" cap="none" normalizeH="0" baseline="0" dirty="0">
                <a:ln>
                  <a:noFill/>
                </a:ln>
                <a:solidFill>
                  <a:schemeClr val="tx1"/>
                </a:solidFill>
                <a:effectLst/>
                <a:latin typeface="Arial Unicode MS" panose="020B0604020202020204" pitchFamily="34" charset="-128"/>
              </a:rPr>
              <a:t>@AfterThrowing</a:t>
            </a:r>
            <a:r>
              <a:rPr kumimoji="0" lang="fr-FR" altLang="fr-FR" b="1" i="0" u="none" strike="noStrike" cap="none" normalizeH="0" baseline="0" dirty="0">
                <a:ln>
                  <a:noFill/>
                </a:ln>
                <a:solidFill>
                  <a:schemeClr val="tx1"/>
                </a:solidFill>
                <a:effectLst/>
              </a:rPr>
              <a:t> est exécuté après qu'une méthode ait lancé une exception. Cela peut être utilisé pour gérer des exceptions ou pour effectuer des actions de nettoyage/</a:t>
            </a:r>
            <a:r>
              <a:rPr kumimoji="0" lang="fr-FR" altLang="fr-FR" b="1" i="0" u="none" strike="noStrike" cap="none" normalizeH="0" baseline="0" dirty="0" err="1">
                <a:ln>
                  <a:noFill/>
                </a:ln>
                <a:solidFill>
                  <a:schemeClr val="tx1"/>
                </a:solidFill>
                <a:effectLst/>
              </a:rPr>
              <a:t>logging</a:t>
            </a:r>
            <a:r>
              <a:rPr kumimoji="0" lang="fr-FR" altLang="fr-FR" b="1" i="0" u="none" strike="noStrike" cap="none" normalizeH="0" baseline="0" dirty="0">
                <a:ln>
                  <a:noFill/>
                </a:ln>
                <a:solidFill>
                  <a:schemeClr val="tx1"/>
                </a:solidFill>
                <a:effectLst/>
              </a:rPr>
              <a:t> lorsque des erreurs se produisent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1" i="0" u="none" strike="noStrike" cap="none" normalizeH="0" baseline="0" dirty="0">
                <a:ln>
                  <a:noFill/>
                </a:ln>
                <a:solidFill>
                  <a:schemeClr val="tx1"/>
                </a:solidFill>
                <a:effectLst/>
              </a:rPr>
              <a:t>.</a:t>
            </a:r>
            <a:endParaRPr kumimoji="0" lang="fr-FR" altLang="fr-FR" sz="4400" b="1"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57026E20-22DD-EE26-28BF-AFCBDB468DBF}"/>
              </a:ext>
            </a:extLst>
          </p:cNvPr>
          <p:cNvSpPr>
            <a:spLocks noChangeArrowheads="1"/>
          </p:cNvSpPr>
          <p:nvPr/>
        </p:nvSpPr>
        <p:spPr bwMode="auto">
          <a:xfrm>
            <a:off x="202019" y="3859161"/>
            <a:ext cx="929285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600" b="1" i="0" u="none" strike="noStrike" cap="none" normalizeH="0" baseline="0" dirty="0">
                <a:ln>
                  <a:noFill/>
                </a:ln>
                <a:solidFill>
                  <a:schemeClr val="tx1"/>
                </a:solidFill>
                <a:effectLst/>
                <a:latin typeface="Arial Unicode MS" panose="020B0604020202020204" pitchFamily="34" charset="-128"/>
              </a:rPr>
              <a:t>@AfterReturning</a:t>
            </a:r>
            <a:endParaRPr kumimoji="0" lang="fr-FR" altLang="fr-FR" sz="16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600" b="1" i="0" u="none" strike="noStrike" cap="none" normalizeH="0" baseline="0" dirty="0">
                <a:ln>
                  <a:noFill/>
                </a:ln>
                <a:solidFill>
                  <a:schemeClr val="tx1"/>
                </a:solidFill>
                <a:effectLst/>
                <a:latin typeface="Arial" panose="020B0604020202020204" pitchFamily="34" charset="0"/>
              </a:rPr>
              <a:t>L'</a:t>
            </a:r>
            <a:r>
              <a:rPr kumimoji="0" lang="fr-FR" altLang="fr-FR" sz="1600" b="1" i="0" u="none" strike="noStrike" cap="none" normalizeH="0" baseline="0" dirty="0" err="1">
                <a:ln>
                  <a:noFill/>
                </a:ln>
                <a:solidFill>
                  <a:schemeClr val="tx1"/>
                </a:solidFill>
                <a:effectLst/>
                <a:latin typeface="Arial" panose="020B0604020202020204" pitchFamily="34" charset="0"/>
              </a:rPr>
              <a:t>advice</a:t>
            </a:r>
            <a:r>
              <a:rPr kumimoji="0" lang="fr-FR" altLang="fr-FR" sz="1600" b="1" i="0" u="none" strike="noStrike" cap="none" normalizeH="0" baseline="0" dirty="0">
                <a:ln>
                  <a:noFill/>
                </a:ln>
                <a:solidFill>
                  <a:schemeClr val="tx1"/>
                </a:solidFill>
                <a:effectLst/>
                <a:latin typeface="Arial" panose="020B0604020202020204" pitchFamily="34" charset="0"/>
              </a:rPr>
              <a:t> </a:t>
            </a:r>
            <a:r>
              <a:rPr kumimoji="0" lang="fr-FR" altLang="fr-FR" sz="1600" b="1" i="0" u="none" strike="noStrike" cap="none" normalizeH="0" baseline="0" dirty="0">
                <a:ln>
                  <a:noFill/>
                </a:ln>
                <a:solidFill>
                  <a:schemeClr val="tx1"/>
                </a:solidFill>
                <a:effectLst/>
                <a:latin typeface="Arial Unicode MS" panose="020B0604020202020204" pitchFamily="34" charset="-128"/>
              </a:rPr>
              <a:t>@AfterReturning</a:t>
            </a:r>
            <a:r>
              <a:rPr kumimoji="0" lang="fr-FR" altLang="fr-FR" sz="1600" b="1" i="0" u="none" strike="noStrike" cap="none" normalizeH="0" baseline="0" dirty="0">
                <a:ln>
                  <a:noFill/>
                </a:ln>
                <a:solidFill>
                  <a:schemeClr val="tx1"/>
                </a:solidFill>
                <a:effectLst/>
              </a:rPr>
              <a:t> est exécuté après la fin normale de l'exécution d'une méthode (c'est-à-dire lorsque la méthode retourne une valeur avec succès, sans lancer d'exception).</a:t>
            </a:r>
            <a:endParaRPr kumimoji="0" lang="fr-FR" altLang="fr-FR" sz="1600" b="1"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3"/>
          <p:cNvSpPr txBox="1"/>
          <p:nvPr/>
        </p:nvSpPr>
        <p:spPr>
          <a:xfrm>
            <a:off x="0" y="40897"/>
            <a:ext cx="10693400" cy="1018524"/>
          </a:xfrm>
          <a:prstGeom prst="rect">
            <a:avLst/>
          </a:prstGeom>
          <a:noFill/>
          <a:ln>
            <a:noFill/>
          </a:ln>
        </p:spPr>
        <p:txBody>
          <a:bodyPr spcFirstLastPara="1" wrap="square" lIns="0" tIns="520900" rIns="0" bIns="0" anchor="t" anchorCtr="0">
            <a:spAutoFit/>
          </a:bodyPr>
          <a:lstStyle/>
          <a:p>
            <a:pPr marL="12602" marR="0" lvl="0" indent="0" algn="ctr" rtl="0">
              <a:lnSpc>
                <a:spcPct val="100000"/>
              </a:lnSpc>
              <a:spcBef>
                <a:spcPts val="0"/>
              </a:spcBef>
              <a:spcAft>
                <a:spcPts val="0"/>
              </a:spcAft>
              <a:buClr>
                <a:srgbClr val="000000"/>
              </a:buClr>
              <a:buSzPts val="3200"/>
              <a:buFont typeface="Arial"/>
              <a:buNone/>
            </a:pPr>
            <a:r>
              <a:rPr lang="fr-FR" sz="3200" b="0" i="0" u="none" strike="noStrike" cap="none">
                <a:solidFill>
                  <a:schemeClr val="dk1"/>
                </a:solidFill>
                <a:latin typeface="Century Gothic"/>
                <a:ea typeface="Century Gothic"/>
                <a:cs typeface="Century Gothic"/>
                <a:sym typeface="Century Gothic"/>
              </a:rPr>
              <a:t>Advise</a:t>
            </a:r>
            <a:endParaRPr sz="3200" b="0" i="0" u="none" strike="noStrike" cap="none">
              <a:solidFill>
                <a:schemeClr val="dk1"/>
              </a:solidFill>
              <a:latin typeface="Century Gothic"/>
              <a:ea typeface="Century Gothic"/>
              <a:cs typeface="Century Gothic"/>
              <a:sym typeface="Century Gothic"/>
            </a:endParaRPr>
          </a:p>
        </p:txBody>
      </p:sp>
      <p:sp>
        <p:nvSpPr>
          <p:cNvPr id="126" name="Google Shape;126;p13"/>
          <p:cNvSpPr/>
          <p:nvPr/>
        </p:nvSpPr>
        <p:spPr>
          <a:xfrm>
            <a:off x="0" y="1283393"/>
            <a:ext cx="10693399" cy="5943330"/>
          </a:xfrm>
          <a:prstGeom prst="rect">
            <a:avLst/>
          </a:prstGeom>
          <a:noFill/>
          <a:ln>
            <a:noFill/>
          </a:ln>
        </p:spPr>
        <p:txBody>
          <a:bodyPr spcFirstLastPara="1" wrap="square" lIns="100800" tIns="50400" rIns="100800" bIns="50400" anchor="t" anchorCtr="0">
            <a:noAutofit/>
          </a:bodyPr>
          <a:lstStyle/>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entury Gothic"/>
              <a:ea typeface="Century Gothic"/>
              <a:cs typeface="Century Gothic"/>
              <a:sym typeface="Century Gothic"/>
            </a:endParaRPr>
          </a:p>
          <a:p>
            <a:pPr marL="342900" marR="0" lvl="0" indent="-342900" algn="l" rtl="0">
              <a:lnSpc>
                <a:spcPct val="100000"/>
              </a:lnSpc>
              <a:spcBef>
                <a:spcPts val="360"/>
              </a:spcBef>
              <a:spcAft>
                <a:spcPts val="0"/>
              </a:spcAft>
              <a:buClr>
                <a:srgbClr val="2A00FF"/>
              </a:buClr>
              <a:buSzPts val="1800"/>
              <a:buFont typeface="Arial"/>
              <a:buChar char="•"/>
            </a:pPr>
            <a:r>
              <a:rPr lang="fr-FR" sz="1800" b="0" i="0" u="none" strike="noStrike" cap="none">
                <a:solidFill>
                  <a:srgbClr val="2A00FF"/>
                </a:solidFill>
                <a:highlight>
                  <a:srgbClr val="E8F2FE"/>
                </a:highlight>
                <a:latin typeface="Consolas"/>
                <a:ea typeface="Consolas"/>
                <a:cs typeface="Consolas"/>
                <a:sym typeface="Consolas"/>
              </a:rPr>
              <a:t>"execution(Modifiers-pattern? Ret-type-pattern Declaring-type-pattern?Name-pattern(param-pattern) Throws-pattern?)"</a:t>
            </a:r>
            <a:endParaRPr sz="1800" b="0" i="0" u="none" strike="noStrike" cap="none">
              <a:solidFill>
                <a:schemeClr val="dk1"/>
              </a:solidFill>
              <a:latin typeface="Century Gothic"/>
              <a:ea typeface="Century Gothic"/>
              <a:cs typeface="Century Gothic"/>
              <a:sym typeface="Century Gothic"/>
            </a:endParaRPr>
          </a:p>
          <a:p>
            <a:pPr marL="342900" marR="0" lvl="0" indent="-228600" algn="l" rtl="0">
              <a:lnSpc>
                <a:spcPct val="100000"/>
              </a:lnSpc>
              <a:spcBef>
                <a:spcPts val="360"/>
              </a:spcBef>
              <a:spcAft>
                <a:spcPts val="0"/>
              </a:spcAft>
              <a:buClr>
                <a:schemeClr val="dk1"/>
              </a:buClr>
              <a:buSzPts val="1800"/>
              <a:buFont typeface="Arial"/>
              <a:buNone/>
            </a:pPr>
            <a:endParaRPr sz="1800" b="0" i="0" u="none" strike="noStrike" cap="none">
              <a:solidFill>
                <a:schemeClr val="dk1"/>
              </a:solidFill>
              <a:latin typeface="Century Gothic"/>
              <a:ea typeface="Century Gothic"/>
              <a:cs typeface="Century Gothic"/>
              <a:sym typeface="Century Gothic"/>
            </a:endParaRPr>
          </a:p>
          <a:p>
            <a:pPr marL="342900" marR="0" lvl="0" indent="-228600" algn="l" rtl="0">
              <a:lnSpc>
                <a:spcPct val="100000"/>
              </a:lnSpc>
              <a:spcBef>
                <a:spcPts val="360"/>
              </a:spcBef>
              <a:spcAft>
                <a:spcPts val="0"/>
              </a:spcAft>
              <a:buClr>
                <a:schemeClr val="dk1"/>
              </a:buClr>
              <a:buSzPts val="1800"/>
              <a:buFont typeface="Arial"/>
              <a:buNone/>
            </a:pPr>
            <a:endParaRPr sz="1800" b="0" i="0" u="none" strike="noStrike" cap="none">
              <a:solidFill>
                <a:schemeClr val="dk1"/>
              </a:solidFill>
              <a:latin typeface="Century Gothic"/>
              <a:ea typeface="Century Gothic"/>
              <a:cs typeface="Century Gothic"/>
              <a:sym typeface="Century Gothic"/>
            </a:endParaRPr>
          </a:p>
          <a:p>
            <a:pPr marL="342900" marR="0" lvl="0" indent="-342900" algn="l" rtl="0">
              <a:lnSpc>
                <a:spcPct val="100000"/>
              </a:lnSpc>
              <a:spcBef>
                <a:spcPts val="360"/>
              </a:spcBef>
              <a:spcAft>
                <a:spcPts val="0"/>
              </a:spcAft>
              <a:buClr>
                <a:schemeClr val="dk1"/>
              </a:buClr>
              <a:buSzPts val="1800"/>
              <a:buFont typeface="Arial"/>
              <a:buChar char="•"/>
            </a:pPr>
            <a:r>
              <a:rPr lang="fr-FR" sz="1800" b="1" i="0" u="none" strike="noStrike" cap="none">
                <a:solidFill>
                  <a:schemeClr val="dk1"/>
                </a:solidFill>
                <a:latin typeface="Century Gothic"/>
                <a:ea typeface="Century Gothic"/>
                <a:cs typeface="Century Gothic"/>
                <a:sym typeface="Century Gothic"/>
              </a:rPr>
              <a:t>“?”</a:t>
            </a:r>
            <a:r>
              <a:rPr lang="fr-FR" sz="1800" b="0" i="0" u="none" strike="noStrike" cap="none">
                <a:solidFill>
                  <a:schemeClr val="dk1"/>
                </a:solidFill>
                <a:latin typeface="Century Gothic"/>
                <a:ea typeface="Century Gothic"/>
                <a:cs typeface="Century Gothic"/>
                <a:sym typeface="Century Gothic"/>
              </a:rPr>
              <a:t> veut dire optionnel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360"/>
              </a:spcBef>
              <a:spcAft>
                <a:spcPts val="0"/>
              </a:spcAft>
              <a:buClr>
                <a:schemeClr val="dk1"/>
              </a:buClr>
              <a:buSzPts val="1800"/>
              <a:buFont typeface="Arial"/>
              <a:buChar char="•"/>
            </a:pPr>
            <a:r>
              <a:rPr lang="fr-FR" sz="1800" b="1" i="0" u="none" strike="noStrike" cap="none">
                <a:solidFill>
                  <a:schemeClr val="dk1"/>
                </a:solidFill>
                <a:latin typeface="Century Gothic"/>
                <a:ea typeface="Century Gothic"/>
                <a:cs typeface="Century Gothic"/>
                <a:sym typeface="Century Gothic"/>
              </a:rPr>
              <a:t>Modifiers-pattern? </a:t>
            </a:r>
            <a:r>
              <a:rPr lang="fr-FR" sz="1800" b="0" i="0" u="none" strike="noStrike" cap="none">
                <a:solidFill>
                  <a:schemeClr val="dk1"/>
                </a:solidFill>
                <a:latin typeface="Century Gothic"/>
                <a:ea typeface="Century Gothic"/>
                <a:cs typeface="Century Gothic"/>
                <a:sym typeface="Century Gothic"/>
              </a:rPr>
              <a:t>: public, private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360"/>
              </a:spcBef>
              <a:spcAft>
                <a:spcPts val="0"/>
              </a:spcAft>
              <a:buClr>
                <a:schemeClr val="dk1"/>
              </a:buClr>
              <a:buSzPts val="1800"/>
              <a:buFont typeface="Arial"/>
              <a:buChar char="•"/>
            </a:pPr>
            <a:r>
              <a:rPr lang="fr-FR" sz="1800" b="1" i="0" u="none" strike="noStrike" cap="none">
                <a:solidFill>
                  <a:schemeClr val="dk1"/>
                </a:solidFill>
                <a:latin typeface="Century Gothic"/>
                <a:ea typeface="Century Gothic"/>
                <a:cs typeface="Century Gothic"/>
                <a:sym typeface="Century Gothic"/>
              </a:rPr>
              <a:t>Ret-type-pattern</a:t>
            </a:r>
            <a:r>
              <a:rPr lang="fr-FR" sz="1800" b="0" i="0" u="none" strike="noStrike" cap="none">
                <a:solidFill>
                  <a:schemeClr val="dk1"/>
                </a:solidFill>
                <a:latin typeface="Century Gothic"/>
                <a:ea typeface="Century Gothic"/>
                <a:cs typeface="Century Gothic"/>
                <a:sym typeface="Century Gothic"/>
              </a:rPr>
              <a:t> : le type de retour.</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360"/>
              </a:spcBef>
              <a:spcAft>
                <a:spcPts val="0"/>
              </a:spcAft>
              <a:buClr>
                <a:schemeClr val="dk1"/>
              </a:buClr>
              <a:buSzPts val="1800"/>
              <a:buFont typeface="Arial"/>
              <a:buChar char="•"/>
            </a:pPr>
            <a:r>
              <a:rPr lang="fr-FR" sz="1800" b="1" i="0" u="none" strike="noStrike" cap="none">
                <a:solidFill>
                  <a:schemeClr val="dk1"/>
                </a:solidFill>
                <a:latin typeface="Century Gothic"/>
                <a:ea typeface="Century Gothic"/>
                <a:cs typeface="Century Gothic"/>
                <a:sym typeface="Century Gothic"/>
              </a:rPr>
              <a:t>Declaring-type-pattern?</a:t>
            </a:r>
            <a:r>
              <a:rPr lang="fr-FR" sz="1800" b="0" i="0" u="none" strike="noStrike" cap="none">
                <a:solidFill>
                  <a:schemeClr val="dk1"/>
                </a:solidFill>
                <a:latin typeface="Century Gothic"/>
                <a:ea typeface="Century Gothic"/>
                <a:cs typeface="Century Gothic"/>
                <a:sym typeface="Century Gothic"/>
              </a:rPr>
              <a:t> : nom de la classe y compris le package.</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360"/>
              </a:spcBef>
              <a:spcAft>
                <a:spcPts val="0"/>
              </a:spcAft>
              <a:buClr>
                <a:schemeClr val="dk1"/>
              </a:buClr>
              <a:buSzPts val="1800"/>
              <a:buFont typeface="Arial"/>
              <a:buChar char="•"/>
            </a:pPr>
            <a:r>
              <a:rPr lang="fr-FR" sz="1800" b="1" i="0" u="none" strike="noStrike" cap="none">
                <a:solidFill>
                  <a:schemeClr val="dk1"/>
                </a:solidFill>
                <a:latin typeface="Century Gothic"/>
                <a:ea typeface="Century Gothic"/>
                <a:cs typeface="Century Gothic"/>
                <a:sym typeface="Century Gothic"/>
              </a:rPr>
              <a:t>Name-pattern</a:t>
            </a:r>
            <a:r>
              <a:rPr lang="fr-FR" sz="1800" b="0" i="0" u="none" strike="noStrike" cap="none">
                <a:solidFill>
                  <a:schemeClr val="dk1"/>
                </a:solidFill>
                <a:latin typeface="Century Gothic"/>
                <a:ea typeface="Century Gothic"/>
                <a:cs typeface="Century Gothic"/>
                <a:sym typeface="Century Gothic"/>
              </a:rPr>
              <a:t> : nom de la méthode.</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360"/>
              </a:spcBef>
              <a:spcAft>
                <a:spcPts val="0"/>
              </a:spcAft>
              <a:buClr>
                <a:schemeClr val="dk1"/>
              </a:buClr>
              <a:buSzPts val="1800"/>
              <a:buFont typeface="Arial"/>
              <a:buChar char="•"/>
            </a:pPr>
            <a:r>
              <a:rPr lang="fr-FR" sz="1800" b="1" i="0" u="none" strike="noStrike" cap="none">
                <a:solidFill>
                  <a:schemeClr val="dk1"/>
                </a:solidFill>
                <a:latin typeface="Century Gothic"/>
                <a:ea typeface="Century Gothic"/>
                <a:cs typeface="Century Gothic"/>
                <a:sym typeface="Century Gothic"/>
              </a:rPr>
              <a:t>Throws-pattern? </a:t>
            </a:r>
            <a:r>
              <a:rPr lang="fr-FR" sz="1800" b="0" i="0" u="none" strike="noStrike" cap="none">
                <a:solidFill>
                  <a:schemeClr val="dk1"/>
                </a:solidFill>
                <a:latin typeface="Century Gothic"/>
                <a:ea typeface="Century Gothic"/>
                <a:cs typeface="Century Gothic"/>
                <a:sym typeface="Century Gothic"/>
              </a:rPr>
              <a:t>: l’exception.</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360"/>
              </a:spcBef>
              <a:spcAft>
                <a:spcPts val="0"/>
              </a:spcAft>
              <a:buClr>
                <a:schemeClr val="dk1"/>
              </a:buClr>
              <a:buSzPts val="1800"/>
              <a:buFont typeface="Arial"/>
              <a:buChar char="•"/>
            </a:pPr>
            <a:r>
              <a:rPr lang="fr-FR" sz="1800" b="1" i="0" u="none" strike="noStrike" cap="none">
                <a:solidFill>
                  <a:schemeClr val="dk1"/>
                </a:solidFill>
                <a:latin typeface="Century Gothic"/>
                <a:ea typeface="Century Gothic"/>
                <a:cs typeface="Century Gothic"/>
                <a:sym typeface="Century Gothic"/>
              </a:rPr>
              <a:t>“..”</a:t>
            </a:r>
            <a:r>
              <a:rPr lang="fr-FR" sz="1800" b="0" i="0" u="none" strike="noStrike" cap="none">
                <a:solidFill>
                  <a:schemeClr val="dk1"/>
                </a:solidFill>
                <a:latin typeface="Century Gothic"/>
                <a:ea typeface="Century Gothic"/>
                <a:cs typeface="Century Gothic"/>
                <a:sym typeface="Century Gothic"/>
              </a:rPr>
              <a:t> veut dire, 0 ou plusieurs paramètres</a:t>
            </a:r>
            <a:endParaRPr sz="1400" b="0" i="0" u="none" strike="noStrike" cap="none">
              <a:solidFill>
                <a:srgbClr val="000000"/>
              </a:solidFill>
              <a:latin typeface="Arial"/>
              <a:ea typeface="Arial"/>
              <a:cs typeface="Arial"/>
              <a:sym typeface="Arial"/>
            </a:endParaRPr>
          </a:p>
          <a:p>
            <a:pPr marL="342900" marR="0" lvl="0" indent="-228600" algn="l" rtl="0">
              <a:lnSpc>
                <a:spcPct val="100000"/>
              </a:lnSpc>
              <a:spcBef>
                <a:spcPts val="360"/>
              </a:spcBef>
              <a:spcAft>
                <a:spcPts val="0"/>
              </a:spcAft>
              <a:buClr>
                <a:schemeClr val="dk1"/>
              </a:buClr>
              <a:buSzPts val="1800"/>
              <a:buFont typeface="Arial"/>
              <a:buNone/>
            </a:pPr>
            <a:endParaRPr sz="1800" b="0" i="0" u="none" strike="noStrike" cap="none">
              <a:solidFill>
                <a:schemeClr val="dk1"/>
              </a:solidFill>
              <a:latin typeface="Century Gothic"/>
              <a:ea typeface="Century Gothic"/>
              <a:cs typeface="Century Gothic"/>
              <a:sym typeface="Century Gothic"/>
            </a:endParaRPr>
          </a:p>
          <a:p>
            <a:pPr marL="342900" marR="0" lvl="0" indent="-342900" algn="l" rtl="0">
              <a:lnSpc>
                <a:spcPct val="100000"/>
              </a:lnSpc>
              <a:spcBef>
                <a:spcPts val="360"/>
              </a:spcBef>
              <a:spcAft>
                <a:spcPts val="0"/>
              </a:spcAft>
              <a:buClr>
                <a:schemeClr val="dk1"/>
              </a:buClr>
              <a:buSzPts val="1800"/>
              <a:buFont typeface="Arial"/>
              <a:buNone/>
            </a:pPr>
            <a:endParaRPr sz="1800" b="0" i="0" u="none" strike="noStrike" cap="none">
              <a:solidFill>
                <a:schemeClr val="dk1"/>
              </a:solidFill>
              <a:latin typeface="Century Gothic"/>
              <a:ea typeface="Century Gothic"/>
              <a:cs typeface="Century Gothic"/>
              <a:sym typeface="Century Gothic"/>
            </a:endParaRPr>
          </a:p>
        </p:txBody>
      </p:sp>
      <p:sp>
        <p:nvSpPr>
          <p:cNvPr id="127" name="Google Shape;127;p13"/>
          <p:cNvSpPr txBox="1">
            <a:spLocks noGrp="1"/>
          </p:cNvSpPr>
          <p:nvPr>
            <p:ph type="sldNum" idx="12"/>
          </p:nvPr>
        </p:nvSpPr>
        <p:spPr>
          <a:xfrm>
            <a:off x="9061476" y="7329489"/>
            <a:ext cx="1500198" cy="171714"/>
          </a:xfrm>
          <a:prstGeom prst="rect">
            <a:avLst/>
          </a:prstGeom>
          <a:noFill/>
          <a:ln>
            <a:noFill/>
          </a:ln>
        </p:spPr>
        <p:txBody>
          <a:bodyPr spcFirstLastPara="1" wrap="square" lIns="0" tIns="0" rIns="0" bIns="0" anchor="t" anchorCtr="0">
            <a:spAutoFit/>
          </a:bodyPr>
          <a:lstStyle/>
          <a:p>
            <a:pPr marL="186690" lvl="0" indent="0" algn="l" rtl="0">
              <a:lnSpc>
                <a:spcPct val="82812"/>
              </a:lnSpc>
              <a:spcBef>
                <a:spcPts val="0"/>
              </a:spcBef>
              <a:spcAft>
                <a:spcPts val="0"/>
              </a:spcAft>
              <a:buSzPts val="1600"/>
              <a:buNone/>
            </a:pPr>
            <a:fld id="{00000000-1234-1234-1234-123412341234}" type="slidenum">
              <a:rPr lang="fr-FR"/>
              <a:t>15</a:t>
            </a:fld>
            <a:endParaRPr/>
          </a:p>
        </p:txBody>
      </p:sp>
    </p:spTree>
    <p:extLst>
      <p:ext uri="{BB962C8B-B14F-4D97-AF65-F5344CB8AC3E}">
        <p14:creationId xmlns:p14="http://schemas.microsoft.com/office/powerpoint/2010/main" val="3841254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4"/>
          <p:cNvSpPr txBox="1"/>
          <p:nvPr/>
        </p:nvSpPr>
        <p:spPr>
          <a:xfrm>
            <a:off x="0" y="40897"/>
            <a:ext cx="10693400" cy="1018524"/>
          </a:xfrm>
          <a:prstGeom prst="rect">
            <a:avLst/>
          </a:prstGeom>
          <a:noFill/>
          <a:ln>
            <a:noFill/>
          </a:ln>
        </p:spPr>
        <p:txBody>
          <a:bodyPr spcFirstLastPara="1" wrap="square" lIns="0" tIns="520900" rIns="0" bIns="0" anchor="t" anchorCtr="0">
            <a:spAutoFit/>
          </a:bodyPr>
          <a:lstStyle/>
          <a:p>
            <a:pPr marL="12602" marR="0" lvl="0" indent="0" algn="ctr" rtl="0">
              <a:lnSpc>
                <a:spcPct val="100000"/>
              </a:lnSpc>
              <a:spcBef>
                <a:spcPts val="0"/>
              </a:spcBef>
              <a:spcAft>
                <a:spcPts val="0"/>
              </a:spcAft>
              <a:buClr>
                <a:srgbClr val="000000"/>
              </a:buClr>
              <a:buSzPts val="3200"/>
              <a:buFont typeface="Arial"/>
              <a:buNone/>
            </a:pPr>
            <a:r>
              <a:rPr lang="fr-FR" sz="3200" b="0" i="0" u="none" strike="noStrike" cap="none">
                <a:solidFill>
                  <a:schemeClr val="dk1"/>
                </a:solidFill>
                <a:latin typeface="Century Gothic"/>
                <a:ea typeface="Century Gothic"/>
                <a:cs typeface="Century Gothic"/>
                <a:sym typeface="Century Gothic"/>
              </a:rPr>
              <a:t>Exercice Advise</a:t>
            </a:r>
            <a:endParaRPr sz="3200" b="0" i="0" u="none" strike="noStrike" cap="none">
              <a:solidFill>
                <a:schemeClr val="dk1"/>
              </a:solidFill>
              <a:latin typeface="Century Gothic"/>
              <a:ea typeface="Century Gothic"/>
              <a:cs typeface="Century Gothic"/>
              <a:sym typeface="Century Gothic"/>
            </a:endParaRPr>
          </a:p>
        </p:txBody>
      </p:sp>
      <p:sp>
        <p:nvSpPr>
          <p:cNvPr id="134" name="Google Shape;134;p14"/>
          <p:cNvSpPr/>
          <p:nvPr/>
        </p:nvSpPr>
        <p:spPr>
          <a:xfrm>
            <a:off x="0" y="1283393"/>
            <a:ext cx="10693399" cy="5943330"/>
          </a:xfrm>
          <a:prstGeom prst="rect">
            <a:avLst/>
          </a:prstGeom>
          <a:noFill/>
          <a:ln>
            <a:noFill/>
          </a:ln>
        </p:spPr>
        <p:txBody>
          <a:bodyPr spcFirstLastPara="1" wrap="square" lIns="100800" tIns="50400" rIns="100800" bIns="50400" anchor="t" anchorCtr="0">
            <a:noAutofit/>
          </a:bodyPr>
          <a:lstStyle/>
          <a:p>
            <a:pPr marL="342900" marR="0" lvl="0" indent="-24130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Century Gothic"/>
              <a:ea typeface="Century Gothic"/>
              <a:cs typeface="Century Gothic"/>
              <a:sym typeface="Century Gothic"/>
            </a:endParaRPr>
          </a:p>
          <a:p>
            <a:pPr marL="342900" marR="0" lvl="0" indent="-342900" algn="l" rtl="0">
              <a:lnSpc>
                <a:spcPct val="100000"/>
              </a:lnSpc>
              <a:spcBef>
                <a:spcPts val="320"/>
              </a:spcBef>
              <a:spcAft>
                <a:spcPts val="0"/>
              </a:spcAft>
              <a:buClr>
                <a:schemeClr val="dk1"/>
              </a:buClr>
              <a:buSzPts val="1600"/>
              <a:buFont typeface="Arial"/>
              <a:buChar char="•"/>
            </a:pPr>
            <a:r>
              <a:rPr lang="fr-FR" sz="1600" b="0" i="0" u="none" strike="noStrike" cap="none" dirty="0">
                <a:solidFill>
                  <a:schemeClr val="dk1"/>
                </a:solidFill>
                <a:latin typeface="Century Gothic"/>
                <a:ea typeface="Century Gothic"/>
                <a:cs typeface="Century Gothic"/>
                <a:sym typeface="Century Gothic"/>
              </a:rPr>
              <a:t>Indiquer quel est </a:t>
            </a:r>
            <a:r>
              <a:rPr lang="fr-FR" sz="1600" b="1" i="0" u="none" strike="noStrike" cap="none" dirty="0">
                <a:solidFill>
                  <a:schemeClr val="dk1"/>
                </a:solidFill>
                <a:latin typeface="Century Gothic"/>
                <a:ea typeface="Century Gothic"/>
                <a:cs typeface="Century Gothic"/>
                <a:sym typeface="Century Gothic"/>
              </a:rPr>
              <a:t>l’Aspect, le </a:t>
            </a:r>
            <a:r>
              <a:rPr lang="fr-FR" sz="1600" b="1" i="0" u="none" strike="noStrike" cap="none" dirty="0" err="1">
                <a:solidFill>
                  <a:schemeClr val="dk1"/>
                </a:solidFill>
                <a:latin typeface="Century Gothic"/>
                <a:ea typeface="Century Gothic"/>
                <a:cs typeface="Century Gothic"/>
                <a:sym typeface="Century Gothic"/>
              </a:rPr>
              <a:t>JoinPoint</a:t>
            </a:r>
            <a:r>
              <a:rPr lang="fr-FR" sz="1600" b="1" i="0" u="none" strike="noStrike" cap="none" dirty="0">
                <a:solidFill>
                  <a:schemeClr val="dk1"/>
                </a:solidFill>
                <a:latin typeface="Century Gothic"/>
                <a:ea typeface="Century Gothic"/>
                <a:cs typeface="Century Gothic"/>
                <a:sym typeface="Century Gothic"/>
              </a:rPr>
              <a:t> et le </a:t>
            </a:r>
            <a:r>
              <a:rPr lang="fr-FR" sz="1600" b="1" i="0" u="none" strike="noStrike" cap="none" dirty="0" err="1">
                <a:solidFill>
                  <a:schemeClr val="dk1"/>
                </a:solidFill>
                <a:latin typeface="Century Gothic"/>
                <a:ea typeface="Century Gothic"/>
                <a:cs typeface="Century Gothic"/>
                <a:sym typeface="Century Gothic"/>
              </a:rPr>
              <a:t>PointCut</a:t>
            </a:r>
            <a:r>
              <a:rPr lang="fr-FR" sz="1600" b="1" i="0" u="none" strike="noStrike" cap="none" dirty="0">
                <a:solidFill>
                  <a:schemeClr val="dk1"/>
                </a:solidFill>
                <a:latin typeface="Century Gothic"/>
                <a:ea typeface="Century Gothic"/>
                <a:cs typeface="Century Gothic"/>
                <a:sym typeface="Century Gothic"/>
              </a:rPr>
              <a:t>, l’</a:t>
            </a:r>
            <a:r>
              <a:rPr lang="fr-FR" sz="1600" b="1" i="0" u="none" strike="noStrike" cap="none" dirty="0" err="1">
                <a:solidFill>
                  <a:schemeClr val="dk1"/>
                </a:solidFill>
                <a:latin typeface="Century Gothic"/>
                <a:ea typeface="Century Gothic"/>
                <a:cs typeface="Century Gothic"/>
                <a:sym typeface="Century Gothic"/>
              </a:rPr>
              <a:t>Advise</a:t>
            </a:r>
            <a:r>
              <a:rPr lang="fr-FR" sz="1600" b="1" i="0" u="none" strike="noStrike" cap="none" dirty="0">
                <a:solidFill>
                  <a:schemeClr val="dk1"/>
                </a:solidFill>
                <a:latin typeface="Century Gothic"/>
                <a:ea typeface="Century Gothic"/>
                <a:cs typeface="Century Gothic"/>
                <a:sym typeface="Century Gothic"/>
              </a:rPr>
              <a:t> et le type d’</a:t>
            </a:r>
            <a:r>
              <a:rPr lang="fr-FR" sz="1600" b="1" i="0" u="none" strike="noStrike" cap="none" dirty="0" err="1">
                <a:solidFill>
                  <a:schemeClr val="dk1"/>
                </a:solidFill>
                <a:latin typeface="Century Gothic"/>
                <a:ea typeface="Century Gothic"/>
                <a:cs typeface="Century Gothic"/>
                <a:sym typeface="Century Gothic"/>
              </a:rPr>
              <a:t>advise</a:t>
            </a:r>
            <a:r>
              <a:rPr lang="fr-FR" sz="1600" b="0" i="0" u="none" strike="noStrike" cap="none" dirty="0">
                <a:solidFill>
                  <a:schemeClr val="dk1"/>
                </a:solidFill>
                <a:latin typeface="Century Gothic"/>
                <a:ea typeface="Century Gothic"/>
                <a:cs typeface="Century Gothic"/>
                <a:sym typeface="Century Gothic"/>
              </a:rPr>
              <a:t> : </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320"/>
              </a:spcBef>
              <a:spcAft>
                <a:spcPts val="0"/>
              </a:spcAft>
              <a:buClr>
                <a:schemeClr val="dk1"/>
              </a:buClr>
              <a:buSzPts val="1600"/>
              <a:buFont typeface="Arial"/>
              <a:buChar char="•"/>
            </a:pPr>
            <a:r>
              <a:rPr lang="fr-FR" sz="1600" b="0" i="0" u="none" strike="noStrike" cap="none" dirty="0">
                <a:solidFill>
                  <a:schemeClr val="dk1"/>
                </a:solidFill>
                <a:latin typeface="Century Gothic"/>
                <a:ea typeface="Century Gothic"/>
                <a:cs typeface="Century Gothic"/>
                <a:sym typeface="Century Gothic"/>
              </a:rPr>
              <a:t>Attention : l’une de ces notions ci-dessus ne se trouve pas dans le code ci-dessous, laquelle? :  </a:t>
            </a:r>
            <a:endParaRPr sz="1400" b="0" i="0" u="none" strike="noStrike" cap="none" dirty="0">
              <a:solidFill>
                <a:srgbClr val="000000"/>
              </a:solidFill>
              <a:latin typeface="Arial"/>
              <a:ea typeface="Arial"/>
              <a:cs typeface="Arial"/>
              <a:sym typeface="Arial"/>
            </a:endParaRPr>
          </a:p>
          <a:p>
            <a:pPr marL="342900" marR="0" lvl="0" indent="-241300" algn="l" rtl="0">
              <a:lnSpc>
                <a:spcPct val="100000"/>
              </a:lnSpc>
              <a:spcBef>
                <a:spcPts val="320"/>
              </a:spcBef>
              <a:spcAft>
                <a:spcPts val="0"/>
              </a:spcAft>
              <a:buClr>
                <a:schemeClr val="dk1"/>
              </a:buClr>
              <a:buSzPts val="1600"/>
              <a:buFont typeface="Arial"/>
              <a:buNone/>
            </a:pPr>
            <a:endParaRPr sz="1600" b="0" i="0" u="none" strike="noStrike" cap="none" dirty="0">
              <a:solidFill>
                <a:schemeClr val="dk1"/>
              </a:solidFill>
              <a:latin typeface="Century Gothic"/>
              <a:ea typeface="Century Gothic"/>
              <a:cs typeface="Century Gothic"/>
              <a:sym typeface="Century Gothic"/>
            </a:endParaRPr>
          </a:p>
          <a:p>
            <a:pPr marL="742950" marR="0" lvl="1" indent="-285750" algn="l" rtl="0">
              <a:lnSpc>
                <a:spcPct val="100000"/>
              </a:lnSpc>
              <a:spcBef>
                <a:spcPts val="320"/>
              </a:spcBef>
              <a:spcAft>
                <a:spcPts val="0"/>
              </a:spcAft>
              <a:buClr>
                <a:srgbClr val="7F0055"/>
              </a:buClr>
              <a:buSzPts val="1600"/>
              <a:buFont typeface="Arial"/>
              <a:buNone/>
            </a:pPr>
            <a:r>
              <a:rPr lang="fr-FR" sz="1600" b="1" i="0" u="none" strike="noStrike" cap="none" dirty="0">
                <a:solidFill>
                  <a:srgbClr val="7F0055"/>
                </a:solidFill>
                <a:latin typeface="Consolas"/>
                <a:ea typeface="Consolas"/>
                <a:cs typeface="Consolas"/>
                <a:sym typeface="Consolas"/>
              </a:rPr>
              <a:t>package</a:t>
            </a:r>
            <a:r>
              <a:rPr lang="fr-FR" sz="1600" b="1" i="0" u="none" strike="noStrike" cap="none" dirty="0">
                <a:solidFill>
                  <a:srgbClr val="000000"/>
                </a:solidFill>
                <a:latin typeface="Consolas"/>
                <a:ea typeface="Consolas"/>
                <a:cs typeface="Consolas"/>
                <a:sym typeface="Consolas"/>
              </a:rPr>
              <a:t> </a:t>
            </a:r>
            <a:r>
              <a:rPr lang="fr-FR" sz="1600" b="1" i="0" u="none" strike="noStrike" cap="none" dirty="0" err="1">
                <a:solidFill>
                  <a:srgbClr val="000000"/>
                </a:solidFill>
                <a:latin typeface="Consolas"/>
                <a:ea typeface="Consolas"/>
                <a:cs typeface="Consolas"/>
                <a:sym typeface="Consolas"/>
              </a:rPr>
              <a:t>tn.esprit.esponline.config</a:t>
            </a:r>
            <a:r>
              <a:rPr lang="fr-FR" sz="1600" b="1" i="0" u="none" strike="noStrike" cap="none" dirty="0">
                <a:solidFill>
                  <a:srgbClr val="000000"/>
                </a:solidFill>
                <a:latin typeface="Consolas"/>
                <a:ea typeface="Consolas"/>
                <a:cs typeface="Consolas"/>
                <a:sym typeface="Consolas"/>
              </a:rPr>
              <a:t>;</a:t>
            </a:r>
            <a:endParaRPr sz="1600" b="0" i="0" u="none" strike="noStrike" cap="none" dirty="0">
              <a:solidFill>
                <a:schemeClr val="dk1"/>
              </a:solidFill>
              <a:latin typeface="Consolas"/>
              <a:ea typeface="Consolas"/>
              <a:cs typeface="Consolas"/>
              <a:sym typeface="Consolas"/>
            </a:endParaRPr>
          </a:p>
          <a:p>
            <a:pPr marL="742950" marR="0" lvl="1" indent="-285750" algn="l" rtl="0">
              <a:lnSpc>
                <a:spcPct val="100000"/>
              </a:lnSpc>
              <a:spcBef>
                <a:spcPts val="320"/>
              </a:spcBef>
              <a:spcAft>
                <a:spcPts val="0"/>
              </a:spcAft>
              <a:buClr>
                <a:srgbClr val="7F0055"/>
              </a:buClr>
              <a:buSzPts val="1600"/>
              <a:buFont typeface="Arial"/>
              <a:buNone/>
            </a:pPr>
            <a:r>
              <a:rPr lang="fr-FR" sz="1600" b="1" i="0" u="none" strike="noStrike" cap="none" dirty="0">
                <a:solidFill>
                  <a:srgbClr val="7F0055"/>
                </a:solidFill>
                <a:latin typeface="Consolas"/>
                <a:ea typeface="Consolas"/>
                <a:cs typeface="Consolas"/>
                <a:sym typeface="Consolas"/>
              </a:rPr>
              <a:t>import</a:t>
            </a:r>
            <a:r>
              <a:rPr lang="fr-FR" sz="1600" b="1" i="0" u="none" strike="noStrike" cap="none" dirty="0">
                <a:solidFill>
                  <a:srgbClr val="000000"/>
                </a:solidFill>
                <a:latin typeface="Consolas"/>
                <a:ea typeface="Consolas"/>
                <a:cs typeface="Consolas"/>
                <a:sym typeface="Consolas"/>
              </a:rPr>
              <a:t> ………</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320"/>
              </a:spcBef>
              <a:spcAft>
                <a:spcPts val="0"/>
              </a:spcAft>
              <a:buClr>
                <a:schemeClr val="dk1"/>
              </a:buClr>
              <a:buSzPts val="1600"/>
              <a:buFont typeface="Arial"/>
              <a:buNone/>
            </a:pPr>
            <a:endParaRPr sz="1600" b="0" i="0" u="none" strike="noStrike" cap="none" dirty="0">
              <a:solidFill>
                <a:schemeClr val="dk1"/>
              </a:solidFill>
              <a:latin typeface="Consolas"/>
              <a:ea typeface="Consolas"/>
              <a:cs typeface="Consolas"/>
              <a:sym typeface="Consolas"/>
            </a:endParaRPr>
          </a:p>
          <a:p>
            <a:pPr marL="742950" marR="0" lvl="1" indent="-285750" algn="l" rtl="0">
              <a:lnSpc>
                <a:spcPct val="100000"/>
              </a:lnSpc>
              <a:spcBef>
                <a:spcPts val="320"/>
              </a:spcBef>
              <a:spcAft>
                <a:spcPts val="0"/>
              </a:spcAft>
              <a:buClr>
                <a:srgbClr val="646464"/>
              </a:buClr>
              <a:buSzPts val="1600"/>
              <a:buFont typeface="Arial"/>
              <a:buNone/>
            </a:pPr>
            <a:r>
              <a:rPr lang="fr-FR" sz="1600" b="0" i="0" u="none" strike="noStrike" cap="none" dirty="0">
                <a:solidFill>
                  <a:srgbClr val="646464"/>
                </a:solidFill>
                <a:latin typeface="Consolas"/>
                <a:ea typeface="Consolas"/>
                <a:cs typeface="Consolas"/>
                <a:sym typeface="Consolas"/>
              </a:rPr>
              <a:t>@Component</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320"/>
              </a:spcBef>
              <a:spcAft>
                <a:spcPts val="0"/>
              </a:spcAft>
              <a:buClr>
                <a:srgbClr val="646464"/>
              </a:buClr>
              <a:buSzPts val="1600"/>
              <a:buFont typeface="Arial"/>
              <a:buNone/>
            </a:pPr>
            <a:r>
              <a:rPr lang="fr-FR" sz="1600" b="0" i="0" u="none" strike="noStrike" cap="none" dirty="0">
                <a:solidFill>
                  <a:srgbClr val="646464"/>
                </a:solidFill>
                <a:latin typeface="Consolas"/>
                <a:ea typeface="Consolas"/>
                <a:cs typeface="Consolas"/>
                <a:sym typeface="Consolas"/>
              </a:rPr>
              <a:t>@Aspect</a:t>
            </a:r>
            <a:endParaRPr lang="fr-F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320"/>
              </a:spcBef>
              <a:spcAft>
                <a:spcPts val="0"/>
              </a:spcAft>
              <a:buClr>
                <a:srgbClr val="7F0055"/>
              </a:buClr>
              <a:buSzPts val="1600"/>
              <a:buFont typeface="Arial"/>
              <a:buNone/>
            </a:pPr>
            <a:r>
              <a:rPr lang="fr-FR" dirty="0">
                <a:ea typeface="Consolas"/>
              </a:rPr>
              <a:t>@SL4J</a:t>
            </a:r>
          </a:p>
          <a:p>
            <a:pPr marL="742950" marR="0" lvl="1" indent="-285750" algn="l" rtl="0">
              <a:lnSpc>
                <a:spcPct val="100000"/>
              </a:lnSpc>
              <a:spcBef>
                <a:spcPts val="320"/>
              </a:spcBef>
              <a:spcAft>
                <a:spcPts val="0"/>
              </a:spcAft>
              <a:buClr>
                <a:srgbClr val="7F0055"/>
              </a:buClr>
              <a:buSzPts val="1600"/>
              <a:buFont typeface="Arial"/>
              <a:buNone/>
            </a:pPr>
            <a:r>
              <a:rPr lang="fr-FR" sz="1600" b="1" i="0" u="none" strike="noStrike" cap="none" dirty="0">
                <a:solidFill>
                  <a:srgbClr val="7F0055"/>
                </a:solidFill>
                <a:latin typeface="Consolas"/>
                <a:ea typeface="Consolas"/>
                <a:cs typeface="Consolas"/>
                <a:sym typeface="Consolas"/>
              </a:rPr>
              <a:t>public</a:t>
            </a:r>
            <a:r>
              <a:rPr lang="fr-FR" sz="1600" b="1" i="0" u="none" strike="noStrike" cap="none" dirty="0">
                <a:solidFill>
                  <a:srgbClr val="000000"/>
                </a:solidFill>
                <a:latin typeface="Consolas"/>
                <a:ea typeface="Consolas"/>
                <a:cs typeface="Consolas"/>
                <a:sym typeface="Consolas"/>
              </a:rPr>
              <a:t> </a:t>
            </a:r>
            <a:r>
              <a:rPr lang="fr-FR" sz="1600" b="1" i="0" u="none" strike="noStrike" cap="none" dirty="0">
                <a:solidFill>
                  <a:srgbClr val="7F0055"/>
                </a:solidFill>
                <a:latin typeface="Consolas"/>
                <a:ea typeface="Consolas"/>
                <a:cs typeface="Consolas"/>
                <a:sym typeface="Consolas"/>
              </a:rPr>
              <a:t>class</a:t>
            </a:r>
            <a:r>
              <a:rPr lang="fr-FR" sz="1600" b="1" i="0" u="none" strike="noStrike" cap="none" dirty="0">
                <a:solidFill>
                  <a:srgbClr val="000000"/>
                </a:solidFill>
                <a:latin typeface="Consolas"/>
                <a:ea typeface="Consolas"/>
                <a:cs typeface="Consolas"/>
                <a:sym typeface="Consolas"/>
              </a:rPr>
              <a:t> </a:t>
            </a:r>
            <a:r>
              <a:rPr lang="fr-FR" sz="1600" b="1" i="0" u="none" strike="noStrike" cap="none" dirty="0" err="1">
                <a:solidFill>
                  <a:srgbClr val="000000"/>
                </a:solidFill>
                <a:latin typeface="Consolas"/>
                <a:ea typeface="Consolas"/>
                <a:cs typeface="Consolas"/>
                <a:sym typeface="Consolas"/>
              </a:rPr>
              <a:t>LoggingAspect</a:t>
            </a:r>
            <a:r>
              <a:rPr lang="fr-FR" sz="1600" b="1" i="0" u="none" strike="noStrike" cap="none" dirty="0">
                <a:solidFill>
                  <a:srgbClr val="000000"/>
                </a:solidFill>
                <a:latin typeface="Consolas"/>
                <a:ea typeface="Consolas"/>
                <a:cs typeface="Consolas"/>
                <a:sym typeface="Consolas"/>
              </a:rPr>
              <a:t> {</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320"/>
              </a:spcBef>
              <a:spcAft>
                <a:spcPts val="0"/>
              </a:spcAft>
              <a:buClr>
                <a:schemeClr val="dk1"/>
              </a:buClr>
              <a:buSzPts val="1600"/>
              <a:buFont typeface="Arial"/>
              <a:buNone/>
            </a:pPr>
            <a:endParaRPr sz="1600" b="0" i="0" u="none" strike="noStrike" cap="none" dirty="0">
              <a:solidFill>
                <a:schemeClr val="dk1"/>
              </a:solidFill>
              <a:latin typeface="Consolas"/>
              <a:ea typeface="Consolas"/>
              <a:cs typeface="Consolas"/>
              <a:sym typeface="Consolas"/>
            </a:endParaRPr>
          </a:p>
          <a:p>
            <a:pPr marL="742950" marR="0" lvl="1" indent="-285750" algn="l" rtl="0">
              <a:lnSpc>
                <a:spcPct val="100000"/>
              </a:lnSpc>
              <a:spcBef>
                <a:spcPts val="320"/>
              </a:spcBef>
              <a:spcAft>
                <a:spcPts val="0"/>
              </a:spcAft>
              <a:buClr>
                <a:schemeClr val="dk1"/>
              </a:buClr>
              <a:buSzPts val="1600"/>
              <a:buFont typeface="Arial"/>
              <a:buNone/>
            </a:pPr>
            <a:endParaRPr sz="1600" b="0" i="0" u="none" strike="noStrike" cap="none" dirty="0">
              <a:solidFill>
                <a:schemeClr val="dk1"/>
              </a:solidFill>
              <a:latin typeface="Consolas"/>
              <a:ea typeface="Consolas"/>
              <a:cs typeface="Consolas"/>
              <a:sym typeface="Consolas"/>
            </a:endParaRPr>
          </a:p>
          <a:p>
            <a:pPr marL="742950" marR="0" lvl="1" indent="-285750" algn="l" rtl="0">
              <a:lnSpc>
                <a:spcPct val="100000"/>
              </a:lnSpc>
              <a:spcBef>
                <a:spcPts val="320"/>
              </a:spcBef>
              <a:spcAft>
                <a:spcPts val="0"/>
              </a:spcAft>
              <a:buClr>
                <a:srgbClr val="646464"/>
              </a:buClr>
              <a:buSzPts val="1600"/>
              <a:buFont typeface="Arial"/>
              <a:buNone/>
            </a:pPr>
            <a:r>
              <a:rPr lang="fr-FR" sz="1600" b="0" i="0" u="none" strike="noStrike" cap="none" dirty="0">
                <a:solidFill>
                  <a:srgbClr val="646464"/>
                </a:solidFill>
                <a:latin typeface="Consolas"/>
                <a:ea typeface="Consolas"/>
                <a:cs typeface="Consolas"/>
                <a:sym typeface="Consolas"/>
              </a:rPr>
              <a:t>@Before</a:t>
            </a:r>
            <a:r>
              <a:rPr lang="fr-FR" sz="1600" b="0" i="0" u="none" strike="noStrike" cap="none" dirty="0">
                <a:solidFill>
                  <a:srgbClr val="000000"/>
                </a:solidFill>
                <a:latin typeface="Consolas"/>
                <a:ea typeface="Consolas"/>
                <a:cs typeface="Consolas"/>
                <a:sym typeface="Consolas"/>
              </a:rPr>
              <a:t>(</a:t>
            </a:r>
            <a:r>
              <a:rPr lang="fr-FR" sz="1600" b="0" i="0" u="none" strike="noStrike" cap="none" dirty="0">
                <a:solidFill>
                  <a:srgbClr val="2A00FF"/>
                </a:solidFill>
                <a:latin typeface="Consolas"/>
                <a:ea typeface="Consolas"/>
                <a:cs typeface="Consolas"/>
                <a:sym typeface="Consolas"/>
              </a:rPr>
              <a:t>"execution(* </a:t>
            </a:r>
            <a:r>
              <a:rPr lang="fr-FR" sz="1600" b="0" i="0" u="none" strike="noStrike" cap="none" dirty="0" err="1">
                <a:solidFill>
                  <a:srgbClr val="2A00FF"/>
                </a:solidFill>
                <a:latin typeface="Consolas"/>
                <a:ea typeface="Consolas"/>
                <a:cs typeface="Consolas"/>
                <a:sym typeface="Consolas"/>
              </a:rPr>
              <a:t>tn.esprit.spring.foyerservice</a:t>
            </a:r>
            <a:r>
              <a:rPr lang="fr-FR" sz="1600" b="0" i="0" u="none" strike="noStrike" cap="none" dirty="0">
                <a:solidFill>
                  <a:srgbClr val="2A00FF"/>
                </a:solidFill>
                <a:latin typeface="Consolas"/>
                <a:ea typeface="Consolas"/>
                <a:cs typeface="Consolas"/>
                <a:sym typeface="Consolas"/>
              </a:rPr>
              <a:t>.*.*(..))"</a:t>
            </a:r>
            <a:r>
              <a:rPr lang="fr-FR" sz="1600" b="0" i="0" u="none" strike="noStrike" cap="none" dirty="0">
                <a:solidFill>
                  <a:srgbClr val="000000"/>
                </a:solidFill>
                <a:latin typeface="Consolas"/>
                <a:ea typeface="Consolas"/>
                <a:cs typeface="Consolas"/>
                <a:sym typeface="Consolas"/>
              </a:rPr>
              <a:t>)</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320"/>
              </a:spcBef>
              <a:spcAft>
                <a:spcPts val="0"/>
              </a:spcAft>
              <a:buClr>
                <a:srgbClr val="7F0055"/>
              </a:buClr>
              <a:buSzPts val="1600"/>
              <a:buFont typeface="Arial"/>
              <a:buNone/>
            </a:pPr>
            <a:r>
              <a:rPr lang="fr-FR" sz="1600" b="1" i="0" u="none" strike="noStrike" cap="none" dirty="0">
                <a:solidFill>
                  <a:srgbClr val="7F0055"/>
                </a:solidFill>
                <a:latin typeface="Consolas"/>
                <a:ea typeface="Consolas"/>
                <a:cs typeface="Consolas"/>
                <a:sym typeface="Consolas"/>
              </a:rPr>
              <a:t>public</a:t>
            </a:r>
            <a:r>
              <a:rPr lang="fr-FR" sz="1600" b="1" i="0" u="none" strike="noStrike" cap="none" dirty="0">
                <a:solidFill>
                  <a:srgbClr val="000000"/>
                </a:solidFill>
                <a:latin typeface="Consolas"/>
                <a:ea typeface="Consolas"/>
                <a:cs typeface="Consolas"/>
                <a:sym typeface="Consolas"/>
              </a:rPr>
              <a:t> </a:t>
            </a:r>
            <a:r>
              <a:rPr lang="fr-FR" sz="1600" b="1" i="0" u="none" strike="noStrike" cap="none" dirty="0" err="1">
                <a:solidFill>
                  <a:srgbClr val="7F0055"/>
                </a:solidFill>
                <a:latin typeface="Consolas"/>
                <a:ea typeface="Consolas"/>
                <a:cs typeface="Consolas"/>
                <a:sym typeface="Consolas"/>
              </a:rPr>
              <a:t>void</a:t>
            </a:r>
            <a:r>
              <a:rPr lang="fr-FR" sz="1600" b="1" i="0" u="none" strike="noStrike" cap="none" dirty="0">
                <a:solidFill>
                  <a:srgbClr val="000000"/>
                </a:solidFill>
                <a:latin typeface="Consolas"/>
                <a:ea typeface="Consolas"/>
                <a:cs typeface="Consolas"/>
                <a:sym typeface="Consolas"/>
              </a:rPr>
              <a:t> </a:t>
            </a:r>
            <a:r>
              <a:rPr lang="fr-FR" sz="1600" b="1" i="0" u="none" strike="noStrike" cap="none" dirty="0" err="1">
                <a:solidFill>
                  <a:srgbClr val="000000"/>
                </a:solidFill>
                <a:latin typeface="Consolas"/>
                <a:ea typeface="Consolas"/>
                <a:cs typeface="Consolas"/>
                <a:sym typeface="Consolas"/>
              </a:rPr>
              <a:t>logMethodEntry</a:t>
            </a:r>
            <a:r>
              <a:rPr lang="fr-FR" sz="1600" b="1" i="0" u="none" strike="noStrike" cap="none" dirty="0">
                <a:solidFill>
                  <a:srgbClr val="000000"/>
                </a:solidFill>
                <a:latin typeface="Consolas"/>
                <a:ea typeface="Consolas"/>
                <a:cs typeface="Consolas"/>
                <a:sym typeface="Consolas"/>
              </a:rPr>
              <a:t>(</a:t>
            </a:r>
            <a:r>
              <a:rPr lang="fr-FR" sz="1600" b="1" i="0" u="none" strike="noStrike" cap="none" dirty="0" err="1">
                <a:solidFill>
                  <a:srgbClr val="000000"/>
                </a:solidFill>
                <a:latin typeface="Consolas"/>
                <a:ea typeface="Consolas"/>
                <a:cs typeface="Consolas"/>
                <a:sym typeface="Consolas"/>
              </a:rPr>
              <a:t>JoinPoint</a:t>
            </a:r>
            <a:r>
              <a:rPr lang="fr-FR" sz="1600" b="1" i="0" u="none" strike="noStrike" cap="none" dirty="0">
                <a:solidFill>
                  <a:srgbClr val="000000"/>
                </a:solidFill>
                <a:latin typeface="Consolas"/>
                <a:ea typeface="Consolas"/>
                <a:cs typeface="Consolas"/>
                <a:sym typeface="Consolas"/>
              </a:rPr>
              <a:t> </a:t>
            </a:r>
            <a:r>
              <a:rPr lang="fr-FR" sz="1600" b="1" i="0" u="none" strike="noStrike" cap="none" dirty="0" err="1">
                <a:solidFill>
                  <a:srgbClr val="6A3E3E"/>
                </a:solidFill>
                <a:latin typeface="Consolas"/>
                <a:ea typeface="Consolas"/>
                <a:cs typeface="Consolas"/>
                <a:sym typeface="Consolas"/>
              </a:rPr>
              <a:t>joinPoint</a:t>
            </a:r>
            <a:r>
              <a:rPr lang="fr-FR" sz="1600" b="1" i="0" u="none" strike="noStrike" cap="none" dirty="0">
                <a:solidFill>
                  <a:srgbClr val="000000"/>
                </a:solidFill>
                <a:latin typeface="Consolas"/>
                <a:ea typeface="Consolas"/>
                <a:cs typeface="Consolas"/>
                <a:sym typeface="Consolas"/>
              </a:rPr>
              <a:t>) {</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320"/>
              </a:spcBef>
              <a:spcAft>
                <a:spcPts val="0"/>
              </a:spcAft>
              <a:buClr>
                <a:srgbClr val="000000"/>
              </a:buClr>
              <a:buSzPts val="1600"/>
              <a:buFont typeface="Arial"/>
              <a:buNone/>
            </a:pPr>
            <a:r>
              <a:rPr lang="fr-FR" sz="1600" b="0" i="0" u="none" strike="noStrike" cap="none" dirty="0">
                <a:solidFill>
                  <a:srgbClr val="000000"/>
                </a:solidFill>
                <a:latin typeface="Consolas"/>
                <a:ea typeface="Consolas"/>
                <a:cs typeface="Consolas"/>
                <a:sym typeface="Consolas"/>
              </a:rPr>
              <a:t>String </a:t>
            </a:r>
            <a:r>
              <a:rPr lang="fr-FR" sz="1600" b="0" i="0" u="none" strike="noStrike" cap="none" dirty="0" err="1">
                <a:solidFill>
                  <a:srgbClr val="6A3E3E"/>
                </a:solidFill>
                <a:latin typeface="Consolas"/>
                <a:ea typeface="Consolas"/>
                <a:cs typeface="Consolas"/>
                <a:sym typeface="Consolas"/>
              </a:rPr>
              <a:t>name</a:t>
            </a:r>
            <a:r>
              <a:rPr lang="fr-FR" sz="1600" b="0" i="0" u="none" strike="noStrike" cap="none" dirty="0">
                <a:solidFill>
                  <a:srgbClr val="000000"/>
                </a:solidFill>
                <a:latin typeface="Consolas"/>
                <a:ea typeface="Consolas"/>
                <a:cs typeface="Consolas"/>
                <a:sym typeface="Consolas"/>
              </a:rPr>
              <a:t> = </a:t>
            </a:r>
            <a:r>
              <a:rPr lang="fr-FR" sz="1600" b="0" i="0" u="none" strike="noStrike" cap="none" dirty="0" err="1">
                <a:solidFill>
                  <a:srgbClr val="6A3E3E"/>
                </a:solidFill>
                <a:latin typeface="Consolas"/>
                <a:ea typeface="Consolas"/>
                <a:cs typeface="Consolas"/>
                <a:sym typeface="Consolas"/>
              </a:rPr>
              <a:t>joinPoint</a:t>
            </a:r>
            <a:r>
              <a:rPr lang="fr-FR" sz="1600" b="0" i="0" u="none" strike="noStrike" cap="none" dirty="0" err="1">
                <a:solidFill>
                  <a:srgbClr val="000000"/>
                </a:solidFill>
                <a:latin typeface="Consolas"/>
                <a:ea typeface="Consolas"/>
                <a:cs typeface="Consolas"/>
                <a:sym typeface="Consolas"/>
              </a:rPr>
              <a:t>.getSignature</a:t>
            </a:r>
            <a:r>
              <a:rPr lang="fr-FR" sz="1600" b="0" i="0" u="none" strike="noStrike" cap="none" dirty="0">
                <a:solidFill>
                  <a:srgbClr val="000000"/>
                </a:solidFill>
                <a:latin typeface="Consolas"/>
                <a:ea typeface="Consolas"/>
                <a:cs typeface="Consolas"/>
                <a:sym typeface="Consolas"/>
              </a:rPr>
              <a:t>().</a:t>
            </a:r>
            <a:r>
              <a:rPr lang="fr-FR" sz="1600" b="0" i="0" u="none" strike="noStrike" cap="none" dirty="0" err="1">
                <a:solidFill>
                  <a:srgbClr val="000000"/>
                </a:solidFill>
                <a:latin typeface="Consolas"/>
                <a:ea typeface="Consolas"/>
                <a:cs typeface="Consolas"/>
                <a:sym typeface="Consolas"/>
              </a:rPr>
              <a:t>getName</a:t>
            </a:r>
            <a:r>
              <a:rPr lang="fr-FR" sz="1600" b="0" i="0" u="none" strike="noStrike" cap="none" dirty="0">
                <a:solidFill>
                  <a:srgbClr val="000000"/>
                </a:solidFill>
                <a:latin typeface="Consolas"/>
                <a:ea typeface="Consolas"/>
                <a:cs typeface="Consolas"/>
                <a:sym typeface="Consolas"/>
              </a:rPr>
              <a:t>();</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320"/>
              </a:spcBef>
              <a:spcAft>
                <a:spcPts val="0"/>
              </a:spcAft>
              <a:buClr>
                <a:srgbClr val="0000C0"/>
              </a:buClr>
              <a:buSzPts val="1600"/>
              <a:buFont typeface="Arial"/>
              <a:buNone/>
            </a:pPr>
            <a:r>
              <a:rPr lang="fr-FR" sz="1600" b="1" i="1" u="none" strike="noStrike" cap="none" dirty="0">
                <a:solidFill>
                  <a:srgbClr val="0000C0"/>
                </a:solidFill>
                <a:latin typeface="Consolas"/>
                <a:ea typeface="Consolas"/>
                <a:cs typeface="Consolas"/>
                <a:sym typeface="Consolas"/>
              </a:rPr>
              <a:t>log</a:t>
            </a:r>
            <a:r>
              <a:rPr lang="fr-FR" sz="1600" b="1" i="1" u="none" strike="noStrike" cap="none" dirty="0">
                <a:solidFill>
                  <a:srgbClr val="000000"/>
                </a:solidFill>
                <a:latin typeface="Consolas"/>
                <a:ea typeface="Consolas"/>
                <a:cs typeface="Consolas"/>
                <a:sym typeface="Consolas"/>
              </a:rPr>
              <a:t>.info(</a:t>
            </a:r>
            <a:r>
              <a:rPr lang="fr-FR" sz="1600" b="1" i="1" u="none" strike="noStrike" cap="none" dirty="0">
                <a:solidFill>
                  <a:srgbClr val="2A00FF"/>
                </a:solidFill>
                <a:latin typeface="Consolas"/>
                <a:ea typeface="Consolas"/>
                <a:cs typeface="Consolas"/>
                <a:sym typeface="Consolas"/>
              </a:rPr>
              <a:t>"In </a:t>
            </a:r>
            <a:r>
              <a:rPr lang="fr-FR" sz="1600" b="1" i="1" u="none" strike="noStrike" cap="none" dirty="0" err="1">
                <a:solidFill>
                  <a:srgbClr val="2A00FF"/>
                </a:solidFill>
                <a:latin typeface="Consolas"/>
                <a:ea typeface="Consolas"/>
                <a:cs typeface="Consolas"/>
                <a:sym typeface="Consolas"/>
              </a:rPr>
              <a:t>method</a:t>
            </a:r>
            <a:r>
              <a:rPr lang="fr-FR" sz="1600" b="1" i="1" u="none" strike="noStrike" cap="none" dirty="0">
                <a:solidFill>
                  <a:srgbClr val="2A00FF"/>
                </a:solidFill>
                <a:latin typeface="Consolas"/>
                <a:ea typeface="Consolas"/>
                <a:cs typeface="Consolas"/>
                <a:sym typeface="Consolas"/>
              </a:rPr>
              <a:t> "</a:t>
            </a:r>
            <a:r>
              <a:rPr lang="fr-FR" sz="1600" b="1" i="1" u="none" strike="noStrike" cap="none" dirty="0">
                <a:solidFill>
                  <a:srgbClr val="000000"/>
                </a:solidFill>
                <a:latin typeface="Consolas"/>
                <a:ea typeface="Consolas"/>
                <a:cs typeface="Consolas"/>
                <a:sym typeface="Consolas"/>
              </a:rPr>
              <a:t> + </a:t>
            </a:r>
            <a:r>
              <a:rPr lang="fr-FR" sz="1600" b="1" i="1" u="none" strike="noStrike" cap="none" dirty="0" err="1">
                <a:solidFill>
                  <a:srgbClr val="6A3E3E"/>
                </a:solidFill>
                <a:latin typeface="Consolas"/>
                <a:ea typeface="Consolas"/>
                <a:cs typeface="Consolas"/>
                <a:sym typeface="Consolas"/>
              </a:rPr>
              <a:t>name</a:t>
            </a:r>
            <a:r>
              <a:rPr lang="fr-FR" sz="1600" b="1" i="1" u="none" strike="noStrike" cap="none" dirty="0">
                <a:solidFill>
                  <a:srgbClr val="000000"/>
                </a:solidFill>
                <a:latin typeface="Consolas"/>
                <a:ea typeface="Consolas"/>
                <a:cs typeface="Consolas"/>
                <a:sym typeface="Consolas"/>
              </a:rPr>
              <a:t> + </a:t>
            </a:r>
            <a:r>
              <a:rPr lang="fr-FR" sz="1600" b="1" i="1" u="none" strike="noStrike" cap="none" dirty="0">
                <a:solidFill>
                  <a:srgbClr val="2A00FF"/>
                </a:solidFill>
                <a:latin typeface="Consolas"/>
                <a:ea typeface="Consolas"/>
                <a:cs typeface="Consolas"/>
                <a:sym typeface="Consolas"/>
              </a:rPr>
              <a:t>" : "</a:t>
            </a:r>
            <a:r>
              <a:rPr lang="fr-FR" sz="1600" b="1" i="1" u="none" strike="noStrike" cap="none" dirty="0">
                <a:solidFill>
                  <a:srgbClr val="000000"/>
                </a:solidFill>
                <a:latin typeface="Consolas"/>
                <a:ea typeface="Consolas"/>
                <a:cs typeface="Consolas"/>
                <a:sym typeface="Consolas"/>
              </a:rPr>
              <a:t>);</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320"/>
              </a:spcBef>
              <a:spcAft>
                <a:spcPts val="0"/>
              </a:spcAft>
              <a:buClr>
                <a:srgbClr val="000000"/>
              </a:buClr>
              <a:buSzPts val="1600"/>
              <a:buFont typeface="Arial"/>
              <a:buNone/>
            </a:pPr>
            <a:r>
              <a:rPr lang="fr-FR" sz="1600" b="0" i="0" u="none" strike="noStrike" cap="none" dirty="0">
                <a:solidFill>
                  <a:srgbClr val="000000"/>
                </a:solidFill>
                <a:latin typeface="Consolas"/>
                <a:ea typeface="Consolas"/>
                <a:cs typeface="Consolas"/>
                <a:sym typeface="Consolas"/>
              </a:rPr>
              <a:t>}</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320"/>
              </a:spcBef>
              <a:spcAft>
                <a:spcPts val="0"/>
              </a:spcAft>
              <a:buClr>
                <a:schemeClr val="dk1"/>
              </a:buClr>
              <a:buSzPts val="1600"/>
              <a:buFont typeface="Arial"/>
              <a:buNone/>
            </a:pPr>
            <a:endParaRPr sz="1600" b="0" i="0" u="none" strike="noStrike" cap="none" dirty="0">
              <a:solidFill>
                <a:schemeClr val="dk1"/>
              </a:solidFill>
              <a:latin typeface="Consolas"/>
              <a:ea typeface="Consolas"/>
              <a:cs typeface="Consolas"/>
              <a:sym typeface="Consolas"/>
            </a:endParaRPr>
          </a:p>
          <a:p>
            <a:pPr marL="742950" marR="0" lvl="1" indent="-285750" algn="l" rtl="0">
              <a:lnSpc>
                <a:spcPct val="100000"/>
              </a:lnSpc>
              <a:spcBef>
                <a:spcPts val="320"/>
              </a:spcBef>
              <a:spcAft>
                <a:spcPts val="0"/>
              </a:spcAft>
              <a:buClr>
                <a:srgbClr val="000000"/>
              </a:buClr>
              <a:buSzPts val="1600"/>
              <a:buFont typeface="Arial"/>
              <a:buNone/>
            </a:pPr>
            <a:r>
              <a:rPr lang="fr-FR" sz="1600" b="0" i="0" u="none" strike="noStrike" cap="none" dirty="0">
                <a:solidFill>
                  <a:srgbClr val="000000"/>
                </a:solidFill>
                <a:latin typeface="Consolas"/>
                <a:ea typeface="Consolas"/>
                <a:cs typeface="Consolas"/>
                <a:sym typeface="Consolas"/>
              </a:rPr>
              <a:t>} </a:t>
            </a:r>
            <a:r>
              <a:rPr lang="fr-FR" sz="1600" b="0" i="0" u="none" strike="noStrike" cap="none" dirty="0">
                <a:solidFill>
                  <a:schemeClr val="dk1"/>
                </a:solidFill>
                <a:latin typeface="Century Gothic"/>
                <a:ea typeface="Century Gothic"/>
                <a:cs typeface="Century Gothic"/>
                <a:sym typeface="Century Gothic"/>
              </a:rPr>
              <a:t>  </a:t>
            </a:r>
            <a:endParaRPr sz="1400" b="0" i="0" u="none" strike="noStrike" cap="none" dirty="0">
              <a:solidFill>
                <a:srgbClr val="000000"/>
              </a:solidFill>
              <a:latin typeface="Arial"/>
              <a:ea typeface="Arial"/>
              <a:cs typeface="Arial"/>
              <a:sym typeface="Arial"/>
            </a:endParaRPr>
          </a:p>
        </p:txBody>
      </p:sp>
      <p:sp>
        <p:nvSpPr>
          <p:cNvPr id="135" name="Google Shape;135;p14"/>
          <p:cNvSpPr txBox="1">
            <a:spLocks noGrp="1"/>
          </p:cNvSpPr>
          <p:nvPr>
            <p:ph type="sldNum" idx="12"/>
          </p:nvPr>
        </p:nvSpPr>
        <p:spPr>
          <a:xfrm>
            <a:off x="9061476" y="7329489"/>
            <a:ext cx="1500198" cy="171714"/>
          </a:xfrm>
          <a:prstGeom prst="rect">
            <a:avLst/>
          </a:prstGeom>
          <a:noFill/>
          <a:ln>
            <a:noFill/>
          </a:ln>
        </p:spPr>
        <p:txBody>
          <a:bodyPr spcFirstLastPara="1" wrap="square" lIns="0" tIns="0" rIns="0" bIns="0" anchor="t" anchorCtr="0">
            <a:spAutoFit/>
          </a:bodyPr>
          <a:lstStyle/>
          <a:p>
            <a:pPr marL="186690" lvl="0" indent="0" algn="l" rtl="0">
              <a:lnSpc>
                <a:spcPct val="82812"/>
              </a:lnSpc>
              <a:spcBef>
                <a:spcPts val="0"/>
              </a:spcBef>
              <a:spcAft>
                <a:spcPts val="0"/>
              </a:spcAft>
              <a:buSzPts val="1600"/>
              <a:buNone/>
            </a:pPr>
            <a:fld id="{00000000-1234-1234-1234-123412341234}" type="slidenum">
              <a:rPr lang="fr-FR"/>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6"/>
          <p:cNvSpPr txBox="1"/>
          <p:nvPr/>
        </p:nvSpPr>
        <p:spPr>
          <a:xfrm>
            <a:off x="0" y="40897"/>
            <a:ext cx="10693400" cy="1018524"/>
          </a:xfrm>
          <a:prstGeom prst="rect">
            <a:avLst/>
          </a:prstGeom>
          <a:noFill/>
          <a:ln>
            <a:noFill/>
          </a:ln>
        </p:spPr>
        <p:txBody>
          <a:bodyPr spcFirstLastPara="1" wrap="square" lIns="0" tIns="520900" rIns="0" bIns="0" anchor="t" anchorCtr="0">
            <a:spAutoFit/>
          </a:bodyPr>
          <a:lstStyle/>
          <a:p>
            <a:pPr marL="12602" marR="0" lvl="0" indent="0" algn="ctr" rtl="0">
              <a:lnSpc>
                <a:spcPct val="100000"/>
              </a:lnSpc>
              <a:spcBef>
                <a:spcPts val="0"/>
              </a:spcBef>
              <a:spcAft>
                <a:spcPts val="0"/>
              </a:spcAft>
              <a:buClr>
                <a:srgbClr val="000000"/>
              </a:buClr>
              <a:buSzPts val="3200"/>
              <a:buFont typeface="Arial"/>
              <a:buNone/>
            </a:pPr>
            <a:r>
              <a:rPr lang="fr-FR" sz="3200" b="0" i="0" u="none" strike="noStrike" cap="none">
                <a:solidFill>
                  <a:schemeClr val="dk1"/>
                </a:solidFill>
                <a:latin typeface="Century Gothic"/>
                <a:ea typeface="Century Gothic"/>
                <a:cs typeface="Century Gothic"/>
                <a:sym typeface="Century Gothic"/>
              </a:rPr>
              <a:t>TP1 : Logs </a:t>
            </a:r>
            <a:endParaRPr sz="3200" b="0" i="0" u="none" strike="noStrike" cap="none">
              <a:solidFill>
                <a:schemeClr val="dk1"/>
              </a:solidFill>
              <a:latin typeface="Century Gothic"/>
              <a:ea typeface="Century Gothic"/>
              <a:cs typeface="Century Gothic"/>
              <a:sym typeface="Century Gothic"/>
            </a:endParaRPr>
          </a:p>
        </p:txBody>
      </p:sp>
      <p:sp>
        <p:nvSpPr>
          <p:cNvPr id="150" name="Google Shape;150;p16"/>
          <p:cNvSpPr/>
          <p:nvPr/>
        </p:nvSpPr>
        <p:spPr>
          <a:xfrm>
            <a:off x="0" y="1283393"/>
            <a:ext cx="10693399" cy="5943330"/>
          </a:xfrm>
          <a:prstGeom prst="rect">
            <a:avLst/>
          </a:prstGeom>
          <a:noFill/>
          <a:ln>
            <a:noFill/>
          </a:ln>
        </p:spPr>
        <p:txBody>
          <a:bodyPr spcFirstLastPara="1" wrap="square" lIns="100800" tIns="50400" rIns="100800" bIns="50400" anchor="t" anchorCtr="0">
            <a:normAutofit/>
          </a:bodyPr>
          <a:lstStyle/>
          <a:p>
            <a:pPr marL="342900" marR="0" lvl="0" indent="-342900" algn="l" rtl="0">
              <a:lnSpc>
                <a:spcPct val="100000"/>
              </a:lnSpc>
              <a:spcBef>
                <a:spcPts val="0"/>
              </a:spcBef>
              <a:spcAft>
                <a:spcPts val="0"/>
              </a:spcAft>
              <a:buClr>
                <a:schemeClr val="dk1"/>
              </a:buClr>
              <a:buSzPts val="2000"/>
              <a:buFont typeface="Arial"/>
              <a:buChar char="•"/>
            </a:pPr>
            <a:r>
              <a:rPr lang="fr-FR" sz="2000" b="1" i="0" u="none" strike="noStrike" cap="none" dirty="0">
                <a:solidFill>
                  <a:schemeClr val="dk1"/>
                </a:solidFill>
                <a:latin typeface="Century Gothic"/>
                <a:ea typeface="Century Gothic"/>
                <a:cs typeface="Century Gothic"/>
                <a:sym typeface="Century Gothic"/>
              </a:rPr>
              <a:t>Nous allons nous appuyer sur le projet existant et l’</a:t>
            </a:r>
            <a:r>
              <a:rPr lang="fr-FR" sz="2000" b="1" i="0" u="sng" strike="noStrike" cap="none" dirty="0">
                <a:solidFill>
                  <a:schemeClr val="dk1"/>
                </a:solidFill>
                <a:latin typeface="Century Gothic"/>
                <a:ea typeface="Century Gothic"/>
                <a:cs typeface="Century Gothic"/>
                <a:sym typeface="Century Gothic"/>
              </a:rPr>
              <a:t>enrichir</a:t>
            </a:r>
            <a:r>
              <a:rPr lang="fr-FR" sz="2000" b="1" i="0" u="none" strike="noStrike" cap="none" dirty="0">
                <a:solidFill>
                  <a:schemeClr val="dk1"/>
                </a:solidFill>
                <a:latin typeface="Century Gothic"/>
                <a:ea typeface="Century Gothic"/>
                <a:cs typeface="Century Gothic"/>
                <a:sym typeface="Century Gothic"/>
              </a:rPr>
              <a:t> avec des Aspects (Journalisation ou Logs) : </a:t>
            </a:r>
            <a:endParaRPr sz="1400" b="0" i="0" u="none" strike="noStrike" cap="none" dirty="0">
              <a:solidFill>
                <a:srgbClr val="000000"/>
              </a:solidFill>
              <a:latin typeface="Arial"/>
              <a:ea typeface="Arial"/>
              <a:cs typeface="Arial"/>
              <a:sym typeface="Arial"/>
            </a:endParaRPr>
          </a:p>
          <a:p>
            <a:pPr marL="342900" marR="0" lvl="0" indent="-215900" algn="l" rtl="0">
              <a:lnSpc>
                <a:spcPct val="100000"/>
              </a:lnSpc>
              <a:spcBef>
                <a:spcPts val="400"/>
              </a:spcBef>
              <a:spcAft>
                <a:spcPts val="0"/>
              </a:spcAft>
              <a:buClr>
                <a:schemeClr val="dk1"/>
              </a:buClr>
              <a:buSzPts val="2000"/>
              <a:buFont typeface="Arial"/>
              <a:buNone/>
            </a:pPr>
            <a:endParaRPr sz="2000" b="0" i="0" u="none" strike="noStrike" cap="none" dirty="0">
              <a:solidFill>
                <a:schemeClr val="dk1"/>
              </a:solidFill>
              <a:latin typeface="Century Gothic"/>
              <a:ea typeface="Century Gothic"/>
              <a:cs typeface="Century Gothic"/>
              <a:sym typeface="Century Gothic"/>
            </a:endParaRPr>
          </a:p>
          <a:p>
            <a:pPr marL="342900" marR="0" lvl="0" indent="-215900" algn="l" rtl="0">
              <a:lnSpc>
                <a:spcPct val="100000"/>
              </a:lnSpc>
              <a:spcBef>
                <a:spcPts val="400"/>
              </a:spcBef>
              <a:spcAft>
                <a:spcPts val="0"/>
              </a:spcAft>
              <a:buClr>
                <a:schemeClr val="dk1"/>
              </a:buClr>
              <a:buSzPts val="2000"/>
              <a:buFont typeface="Arial"/>
              <a:buNone/>
            </a:pPr>
            <a:endParaRPr sz="2000" b="0" i="0" u="none" strike="noStrike" cap="none" dirty="0">
              <a:solidFill>
                <a:schemeClr val="dk1"/>
              </a:solidFill>
              <a:latin typeface="Century Gothic"/>
              <a:ea typeface="Century Gothic"/>
              <a:cs typeface="Century Gothic"/>
              <a:sym typeface="Century Gothic"/>
            </a:endParaRPr>
          </a:p>
        </p:txBody>
      </p:sp>
      <p:sp>
        <p:nvSpPr>
          <p:cNvPr id="151" name="Google Shape;151;p16"/>
          <p:cNvSpPr txBox="1">
            <a:spLocks noGrp="1"/>
          </p:cNvSpPr>
          <p:nvPr>
            <p:ph type="sldNum" idx="12"/>
          </p:nvPr>
        </p:nvSpPr>
        <p:spPr>
          <a:xfrm>
            <a:off x="9061476" y="7329489"/>
            <a:ext cx="1500198" cy="171714"/>
          </a:xfrm>
          <a:prstGeom prst="rect">
            <a:avLst/>
          </a:prstGeom>
          <a:noFill/>
          <a:ln>
            <a:noFill/>
          </a:ln>
        </p:spPr>
        <p:txBody>
          <a:bodyPr spcFirstLastPara="1" wrap="square" lIns="0" tIns="0" rIns="0" bIns="0" anchor="t" anchorCtr="0">
            <a:spAutoFit/>
          </a:bodyPr>
          <a:lstStyle/>
          <a:p>
            <a:pPr marL="186690" lvl="0" indent="0" algn="l" rtl="0">
              <a:lnSpc>
                <a:spcPct val="82812"/>
              </a:lnSpc>
              <a:spcBef>
                <a:spcPts val="0"/>
              </a:spcBef>
              <a:spcAft>
                <a:spcPts val="0"/>
              </a:spcAft>
              <a:buSzPts val="1600"/>
              <a:buNone/>
            </a:pPr>
            <a:fld id="{00000000-1234-1234-1234-123412341234}" type="slidenum">
              <a:rPr lang="fr-FR"/>
              <a:t>17</a:t>
            </a:fld>
            <a:endParaRPr/>
          </a:p>
        </p:txBody>
      </p:sp>
      <p:pic>
        <p:nvPicPr>
          <p:cNvPr id="3" name="Image 2" descr="Une image contenant texte, capture d’écran, diagramme, Rectangle&#10;&#10;Description générée automatiquement">
            <a:extLst>
              <a:ext uri="{FF2B5EF4-FFF2-40B4-BE49-F238E27FC236}">
                <a16:creationId xmlns:a16="http://schemas.microsoft.com/office/drawing/2014/main" id="{1B8D5118-FD12-41C6-E55F-F710A54A7FE6}"/>
              </a:ext>
            </a:extLst>
          </p:cNvPr>
          <p:cNvPicPr>
            <a:picLocks noChangeAspect="1"/>
          </p:cNvPicPr>
          <p:nvPr/>
        </p:nvPicPr>
        <p:blipFill>
          <a:blip r:embed="rId3"/>
          <a:stretch>
            <a:fillRect/>
          </a:stretch>
        </p:blipFill>
        <p:spPr>
          <a:xfrm>
            <a:off x="3954717" y="2003476"/>
            <a:ext cx="5208187" cy="472547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7"/>
          <p:cNvSpPr txBox="1"/>
          <p:nvPr/>
        </p:nvSpPr>
        <p:spPr>
          <a:xfrm>
            <a:off x="0" y="40897"/>
            <a:ext cx="10693400" cy="1018524"/>
          </a:xfrm>
          <a:prstGeom prst="rect">
            <a:avLst/>
          </a:prstGeom>
          <a:noFill/>
          <a:ln>
            <a:noFill/>
          </a:ln>
        </p:spPr>
        <p:txBody>
          <a:bodyPr spcFirstLastPara="1" wrap="square" lIns="0" tIns="520900" rIns="0" bIns="0" anchor="t" anchorCtr="0">
            <a:spAutoFit/>
          </a:bodyPr>
          <a:lstStyle/>
          <a:p>
            <a:pPr marL="12602" marR="0" lvl="0" indent="0" algn="ctr" rtl="0">
              <a:lnSpc>
                <a:spcPct val="100000"/>
              </a:lnSpc>
              <a:spcBef>
                <a:spcPts val="0"/>
              </a:spcBef>
              <a:spcAft>
                <a:spcPts val="0"/>
              </a:spcAft>
              <a:buClr>
                <a:srgbClr val="000000"/>
              </a:buClr>
              <a:buSzPts val="3200"/>
              <a:buFont typeface="Arial"/>
              <a:buNone/>
            </a:pPr>
            <a:r>
              <a:rPr lang="fr-FR" sz="3200" b="0" i="0" u="none" strike="noStrike" cap="none">
                <a:solidFill>
                  <a:schemeClr val="dk1"/>
                </a:solidFill>
                <a:latin typeface="Century Gothic"/>
                <a:ea typeface="Century Gothic"/>
                <a:cs typeface="Century Gothic"/>
                <a:sym typeface="Century Gothic"/>
              </a:rPr>
              <a:t>TP1 </a:t>
            </a:r>
            <a:endParaRPr sz="3200" b="0" i="0" u="none" strike="noStrike" cap="none">
              <a:solidFill>
                <a:schemeClr val="dk1"/>
              </a:solidFill>
              <a:latin typeface="Century Gothic"/>
              <a:ea typeface="Century Gothic"/>
              <a:cs typeface="Century Gothic"/>
              <a:sym typeface="Century Gothic"/>
            </a:endParaRPr>
          </a:p>
        </p:txBody>
      </p:sp>
      <p:sp>
        <p:nvSpPr>
          <p:cNvPr id="159" name="Google Shape;159;p17"/>
          <p:cNvSpPr/>
          <p:nvPr/>
        </p:nvSpPr>
        <p:spPr>
          <a:xfrm>
            <a:off x="0" y="1283393"/>
            <a:ext cx="10693399" cy="5943330"/>
          </a:xfrm>
          <a:prstGeom prst="rect">
            <a:avLst/>
          </a:prstGeom>
          <a:noFill/>
          <a:ln>
            <a:noFill/>
          </a:ln>
        </p:spPr>
        <p:txBody>
          <a:bodyPr spcFirstLastPara="1" wrap="square" lIns="100800" tIns="50400" rIns="100800" bIns="50400" anchor="t" anchorCtr="0">
            <a:normAutofit/>
          </a:bodyPr>
          <a:lstStyle/>
          <a:p>
            <a:pPr marL="342900" marR="0" lvl="0" indent="-209550" algn="l" rtl="0">
              <a:lnSpc>
                <a:spcPct val="100000"/>
              </a:lnSpc>
              <a:spcBef>
                <a:spcPts val="0"/>
              </a:spcBef>
              <a:spcAft>
                <a:spcPts val="0"/>
              </a:spcAft>
              <a:buClr>
                <a:schemeClr val="dk1"/>
              </a:buClr>
              <a:buSzPts val="2100"/>
              <a:buFont typeface="Arial"/>
              <a:buNone/>
            </a:pPr>
            <a:endParaRPr sz="2100" b="0" i="0" u="none" strike="noStrike" cap="none">
              <a:solidFill>
                <a:schemeClr val="dk1"/>
              </a:solidFill>
              <a:latin typeface="Century Gothic"/>
              <a:ea typeface="Century Gothic"/>
              <a:cs typeface="Century Gothic"/>
              <a:sym typeface="Century Gothic"/>
            </a:endParaRPr>
          </a:p>
          <a:p>
            <a:pPr marL="342900" marR="0" lvl="0" indent="-342900" algn="l" rtl="0">
              <a:lnSpc>
                <a:spcPct val="100000"/>
              </a:lnSpc>
              <a:spcBef>
                <a:spcPts val="420"/>
              </a:spcBef>
              <a:spcAft>
                <a:spcPts val="0"/>
              </a:spcAft>
              <a:buClr>
                <a:schemeClr val="dk1"/>
              </a:buClr>
              <a:buSzPts val="2100"/>
              <a:buFont typeface="Arial"/>
              <a:buNone/>
            </a:pPr>
            <a:r>
              <a:rPr lang="fr-FR" sz="2100" b="0" i="0" u="none" strike="noStrike" cap="none">
                <a:solidFill>
                  <a:schemeClr val="dk1"/>
                </a:solidFill>
                <a:latin typeface="Century Gothic"/>
                <a:ea typeface="Century Gothic"/>
                <a:cs typeface="Century Gothic"/>
                <a:sym typeface="Century Gothic"/>
              </a:rPr>
              <a:t>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20"/>
              </a:spcBef>
              <a:spcAft>
                <a:spcPts val="0"/>
              </a:spcAft>
              <a:buClr>
                <a:schemeClr val="dk1"/>
              </a:buClr>
              <a:buSzPts val="2100"/>
              <a:buFont typeface="Arial"/>
              <a:buChar char="•"/>
            </a:pPr>
            <a:r>
              <a:rPr lang="fr-FR" sz="2100" b="0" i="0" u="sng" strike="noStrike" cap="none">
                <a:solidFill>
                  <a:schemeClr val="dk1"/>
                </a:solidFill>
                <a:latin typeface="Century Gothic"/>
                <a:ea typeface="Century Gothic"/>
                <a:cs typeface="Century Gothic"/>
                <a:sym typeface="Century Gothic"/>
              </a:rPr>
              <a:t>Classe de configuration BeansConfiguration.java </a:t>
            </a:r>
            <a:r>
              <a:rPr lang="fr-FR" sz="2100" b="0" i="0" u="none" strike="noStrike" cap="none">
                <a:solidFill>
                  <a:schemeClr val="dk1"/>
                </a:solidFill>
                <a:latin typeface="Century Gothic"/>
                <a:ea typeface="Century Gothic"/>
                <a:cs typeface="Century Gothic"/>
                <a:sym typeface="Century Gothic"/>
              </a:rPr>
              <a:t>: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20"/>
              </a:spcBef>
              <a:spcAft>
                <a:spcPts val="0"/>
              </a:spcAft>
              <a:buClr>
                <a:schemeClr val="dk1"/>
              </a:buClr>
              <a:buSzPts val="2100"/>
              <a:buFont typeface="Arial"/>
              <a:buNone/>
            </a:pPr>
            <a:r>
              <a:rPr lang="fr-FR" sz="2100" b="0" i="0" u="none" strike="noStrike" cap="none">
                <a:solidFill>
                  <a:schemeClr val="dk1"/>
                </a:solidFill>
                <a:latin typeface="Century Gothic"/>
                <a:ea typeface="Century Gothic"/>
                <a:cs typeface="Century Gothic"/>
                <a:sym typeface="Century Gothic"/>
              </a:rPr>
              <a:t>	Ajouter l’annotation </a:t>
            </a:r>
            <a:r>
              <a:rPr lang="fr-FR" sz="2100" b="1" i="0" u="none" strike="noStrike" cap="none">
                <a:solidFill>
                  <a:schemeClr val="dk1"/>
                </a:solidFill>
                <a:latin typeface="Century Gothic"/>
                <a:ea typeface="Century Gothic"/>
                <a:cs typeface="Century Gothic"/>
                <a:sym typeface="Century Gothic"/>
              </a:rPr>
              <a:t>@EnableAspectJAutoProxy</a:t>
            </a:r>
            <a:r>
              <a:rPr lang="fr-FR" sz="2100" b="0" i="0" u="none" strike="noStrike" cap="none">
                <a:solidFill>
                  <a:schemeClr val="dk1"/>
                </a:solidFill>
                <a:latin typeface="Century Gothic"/>
                <a:ea typeface="Century Gothic"/>
                <a:cs typeface="Century Gothic"/>
                <a:sym typeface="Century Gothic"/>
              </a:rPr>
              <a:t> sur la classe main. Elle permet l’activation de Spring AOP : </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320"/>
              </a:spcBef>
              <a:spcAft>
                <a:spcPts val="0"/>
              </a:spcAft>
              <a:buClr>
                <a:srgbClr val="646464"/>
              </a:buClr>
              <a:buSzPts val="1600"/>
              <a:buFont typeface="Arial"/>
              <a:buNone/>
            </a:pPr>
            <a:r>
              <a:rPr lang="fr-FR" sz="1600" b="0" i="0" u="none" strike="noStrike" cap="none">
                <a:solidFill>
                  <a:srgbClr val="646464"/>
                </a:solidFill>
                <a:latin typeface="Consolas"/>
                <a:ea typeface="Consolas"/>
                <a:cs typeface="Consolas"/>
                <a:sym typeface="Consolas"/>
              </a:rPr>
              <a:t>@SpringBootApplication</a:t>
            </a:r>
            <a:endParaRPr sz="1600" b="0" i="0" u="none" strike="noStrike" cap="none">
              <a:solidFill>
                <a:srgbClr val="646464"/>
              </a:solidFill>
              <a:latin typeface="Consolas"/>
              <a:ea typeface="Consolas"/>
              <a:cs typeface="Consolas"/>
              <a:sym typeface="Consolas"/>
            </a:endParaRPr>
          </a:p>
          <a:p>
            <a:pPr marL="742950" marR="0" lvl="1" indent="-285750" algn="l" rtl="0">
              <a:lnSpc>
                <a:spcPct val="100000"/>
              </a:lnSpc>
              <a:spcBef>
                <a:spcPts val="320"/>
              </a:spcBef>
              <a:spcAft>
                <a:spcPts val="0"/>
              </a:spcAft>
              <a:buClr>
                <a:srgbClr val="646464"/>
              </a:buClr>
              <a:buSzPts val="1600"/>
              <a:buFont typeface="Arial"/>
              <a:buNone/>
            </a:pPr>
            <a:r>
              <a:rPr lang="fr-FR" sz="1600" b="1" i="0" u="none" strike="noStrike" cap="none">
                <a:solidFill>
                  <a:srgbClr val="646464"/>
                </a:solidFill>
                <a:latin typeface="Consolas"/>
                <a:ea typeface="Consolas"/>
                <a:cs typeface="Consolas"/>
                <a:sym typeface="Consolas"/>
              </a:rPr>
              <a:t>@EnableAspectJAutoProxy</a:t>
            </a:r>
            <a:endParaRPr sz="1600" b="1" i="0" u="none" strike="noStrike" cap="none">
              <a:solidFill>
                <a:srgbClr val="646464"/>
              </a:solidFill>
              <a:latin typeface="Consolas"/>
              <a:ea typeface="Consolas"/>
              <a:cs typeface="Consolas"/>
              <a:sym typeface="Consolas"/>
            </a:endParaRPr>
          </a:p>
          <a:p>
            <a:pPr marL="742950" marR="0" lvl="1" indent="-285750" algn="l" rtl="0">
              <a:lnSpc>
                <a:spcPct val="100000"/>
              </a:lnSpc>
              <a:spcBef>
                <a:spcPts val="320"/>
              </a:spcBef>
              <a:spcAft>
                <a:spcPts val="0"/>
              </a:spcAft>
              <a:buClr>
                <a:srgbClr val="7F0055"/>
              </a:buClr>
              <a:buSzPts val="1600"/>
              <a:buFont typeface="Arial"/>
              <a:buNone/>
            </a:pPr>
            <a:r>
              <a:rPr lang="fr-FR" sz="1600" b="0" i="0" u="none" strike="noStrike" cap="none">
                <a:solidFill>
                  <a:srgbClr val="7F0055"/>
                </a:solidFill>
                <a:latin typeface="Consolas"/>
                <a:ea typeface="Consolas"/>
                <a:cs typeface="Consolas"/>
                <a:sym typeface="Consolas"/>
              </a:rPr>
              <a:t>public</a:t>
            </a:r>
            <a:r>
              <a:rPr lang="fr-FR" sz="1600" b="0" i="0" u="none" strike="noStrike" cap="none">
                <a:solidFill>
                  <a:srgbClr val="000000"/>
                </a:solidFill>
                <a:latin typeface="Consolas"/>
                <a:ea typeface="Consolas"/>
                <a:cs typeface="Consolas"/>
                <a:sym typeface="Consolas"/>
              </a:rPr>
              <a:t> </a:t>
            </a:r>
            <a:r>
              <a:rPr lang="fr-FR" sz="1600" b="0" i="0" u="none" strike="noStrike" cap="none">
                <a:solidFill>
                  <a:srgbClr val="7F0055"/>
                </a:solidFill>
                <a:latin typeface="Consolas"/>
                <a:ea typeface="Consolas"/>
                <a:cs typeface="Consolas"/>
                <a:sym typeface="Consolas"/>
              </a:rPr>
              <a:t>class</a:t>
            </a:r>
            <a:r>
              <a:rPr lang="fr-FR" sz="1600" b="0" i="0" u="none" strike="noStrike" cap="none">
                <a:solidFill>
                  <a:srgbClr val="000000"/>
                </a:solidFill>
                <a:latin typeface="Consolas"/>
                <a:ea typeface="Consolas"/>
                <a:cs typeface="Consolas"/>
                <a:sym typeface="Consolas"/>
              </a:rPr>
              <a:t> SpringBootDataJpaMvcJspApplication {</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320"/>
              </a:spcBef>
              <a:spcAft>
                <a:spcPts val="0"/>
              </a:spcAft>
              <a:buClr>
                <a:srgbClr val="7F0055"/>
              </a:buClr>
              <a:buSzPts val="1600"/>
              <a:buFont typeface="Arial"/>
              <a:buNone/>
            </a:pPr>
            <a:r>
              <a:rPr lang="fr-FR" sz="1600" b="0" i="0" u="none" strike="noStrike" cap="none">
                <a:solidFill>
                  <a:srgbClr val="7F0055"/>
                </a:solidFill>
                <a:latin typeface="Consolas"/>
                <a:ea typeface="Consolas"/>
                <a:cs typeface="Consolas"/>
                <a:sym typeface="Consolas"/>
              </a:rPr>
              <a:t>public</a:t>
            </a:r>
            <a:r>
              <a:rPr lang="fr-FR" sz="1600" b="0" i="0" u="none" strike="noStrike" cap="none">
                <a:solidFill>
                  <a:srgbClr val="000000"/>
                </a:solidFill>
                <a:latin typeface="Consolas"/>
                <a:ea typeface="Consolas"/>
                <a:cs typeface="Consolas"/>
                <a:sym typeface="Consolas"/>
              </a:rPr>
              <a:t> </a:t>
            </a:r>
            <a:r>
              <a:rPr lang="fr-FR" sz="1600" b="0" i="0" u="none" strike="noStrike" cap="none">
                <a:solidFill>
                  <a:srgbClr val="7F0055"/>
                </a:solidFill>
                <a:latin typeface="Consolas"/>
                <a:ea typeface="Consolas"/>
                <a:cs typeface="Consolas"/>
                <a:sym typeface="Consolas"/>
              </a:rPr>
              <a:t>static</a:t>
            </a:r>
            <a:r>
              <a:rPr lang="fr-FR" sz="1600" b="0" i="0" u="none" strike="noStrike" cap="none">
                <a:solidFill>
                  <a:srgbClr val="000000"/>
                </a:solidFill>
                <a:latin typeface="Consolas"/>
                <a:ea typeface="Consolas"/>
                <a:cs typeface="Consolas"/>
                <a:sym typeface="Consolas"/>
              </a:rPr>
              <a:t> </a:t>
            </a:r>
            <a:r>
              <a:rPr lang="fr-FR" sz="1600" b="0" i="0" u="none" strike="noStrike" cap="none">
                <a:solidFill>
                  <a:srgbClr val="7F0055"/>
                </a:solidFill>
                <a:latin typeface="Consolas"/>
                <a:ea typeface="Consolas"/>
                <a:cs typeface="Consolas"/>
                <a:sym typeface="Consolas"/>
              </a:rPr>
              <a:t>void</a:t>
            </a:r>
            <a:r>
              <a:rPr lang="fr-FR" sz="1600" b="0" i="0" u="none" strike="noStrike" cap="none">
                <a:solidFill>
                  <a:srgbClr val="000000"/>
                </a:solidFill>
                <a:latin typeface="Consolas"/>
                <a:ea typeface="Consolas"/>
                <a:cs typeface="Consolas"/>
                <a:sym typeface="Consolas"/>
              </a:rPr>
              <a:t> main(String[] </a:t>
            </a:r>
            <a:r>
              <a:rPr lang="fr-FR" sz="1600" b="0" i="0" u="none" strike="noStrike" cap="none">
                <a:solidFill>
                  <a:srgbClr val="6A3E3E"/>
                </a:solidFill>
                <a:latin typeface="Consolas"/>
                <a:ea typeface="Consolas"/>
                <a:cs typeface="Consolas"/>
                <a:sym typeface="Consolas"/>
              </a:rPr>
              <a:t>args</a:t>
            </a:r>
            <a:r>
              <a:rPr lang="fr-FR" sz="1600" b="0" i="0" u="none" strike="noStrike" cap="none">
                <a:solidFill>
                  <a:srgbClr val="000000"/>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320"/>
              </a:spcBef>
              <a:spcAft>
                <a:spcPts val="0"/>
              </a:spcAft>
              <a:buClr>
                <a:srgbClr val="000000"/>
              </a:buClr>
              <a:buSzPts val="1600"/>
              <a:buFont typeface="Arial"/>
              <a:buNone/>
            </a:pPr>
            <a:r>
              <a:rPr lang="fr-FR" sz="1600" b="0" i="0" u="none" strike="noStrike" cap="none">
                <a:solidFill>
                  <a:srgbClr val="000000"/>
                </a:solidFill>
                <a:latin typeface="Consolas"/>
                <a:ea typeface="Consolas"/>
                <a:cs typeface="Consolas"/>
                <a:sym typeface="Consolas"/>
              </a:rPr>
              <a:t>SpringApplication.</a:t>
            </a:r>
            <a:r>
              <a:rPr lang="fr-FR" sz="1600" b="0" i="1" u="none" strike="noStrike" cap="none">
                <a:solidFill>
                  <a:srgbClr val="000000"/>
                </a:solidFill>
                <a:latin typeface="Consolas"/>
                <a:ea typeface="Consolas"/>
                <a:cs typeface="Consolas"/>
                <a:sym typeface="Consolas"/>
              </a:rPr>
              <a:t>run(SpringBootDataJpaMvcJspApplication.</a:t>
            </a:r>
            <a:r>
              <a:rPr lang="fr-FR" sz="1600" b="0" i="1" u="none" strike="noStrike" cap="none">
                <a:solidFill>
                  <a:srgbClr val="7F0055"/>
                </a:solidFill>
                <a:latin typeface="Consolas"/>
                <a:ea typeface="Consolas"/>
                <a:cs typeface="Consolas"/>
                <a:sym typeface="Consolas"/>
              </a:rPr>
              <a:t>class</a:t>
            </a:r>
            <a:r>
              <a:rPr lang="fr-FR" sz="1600" b="0" i="1" u="none" strike="noStrike" cap="none">
                <a:solidFill>
                  <a:srgbClr val="000000"/>
                </a:solidFill>
                <a:latin typeface="Consolas"/>
                <a:ea typeface="Consolas"/>
                <a:cs typeface="Consolas"/>
                <a:sym typeface="Consolas"/>
              </a:rPr>
              <a:t>, </a:t>
            </a:r>
            <a:r>
              <a:rPr lang="fr-FR" sz="1600" b="0" i="1" u="none" strike="noStrike" cap="none">
                <a:solidFill>
                  <a:srgbClr val="6A3E3E"/>
                </a:solidFill>
                <a:latin typeface="Consolas"/>
                <a:ea typeface="Consolas"/>
                <a:cs typeface="Consolas"/>
                <a:sym typeface="Consolas"/>
              </a:rPr>
              <a:t>args</a:t>
            </a:r>
            <a:r>
              <a:rPr lang="fr-FR" sz="1600" b="0" i="1" u="none" strike="noStrike" cap="none">
                <a:solidFill>
                  <a:srgbClr val="000000"/>
                </a:solidFill>
                <a:latin typeface="Consolas"/>
                <a:ea typeface="Consolas"/>
                <a:cs typeface="Consolas"/>
                <a:sym typeface="Consolas"/>
              </a:rPr>
              <a:t>);</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320"/>
              </a:spcBef>
              <a:spcAft>
                <a:spcPts val="0"/>
              </a:spcAft>
              <a:buClr>
                <a:srgbClr val="000000"/>
              </a:buClr>
              <a:buSzPts val="1600"/>
              <a:buFont typeface="Arial"/>
              <a:buNone/>
            </a:pPr>
            <a:r>
              <a:rPr lang="fr-FR" sz="1600" b="0" i="0" u="none" strike="noStrike" cap="none">
                <a:solidFill>
                  <a:srgbClr val="000000"/>
                </a:solidFill>
                <a:latin typeface="Consolas"/>
                <a:ea typeface="Consolas"/>
                <a:cs typeface="Consolas"/>
                <a:sym typeface="Consolas"/>
              </a:rPr>
              <a:t>}}</a:t>
            </a:r>
            <a:endParaRPr sz="3800" b="0" i="0" u="none" strike="noStrike" cap="none">
              <a:solidFill>
                <a:schemeClr val="dk1"/>
              </a:solidFill>
              <a:latin typeface="Century Gothic"/>
              <a:ea typeface="Century Gothic"/>
              <a:cs typeface="Century Gothic"/>
              <a:sym typeface="Century Gothic"/>
            </a:endParaRPr>
          </a:p>
          <a:p>
            <a:pPr marL="342900" marR="0" lvl="0" indent="-342900" algn="l" rtl="0">
              <a:lnSpc>
                <a:spcPct val="100000"/>
              </a:lnSpc>
              <a:spcBef>
                <a:spcPts val="420"/>
              </a:spcBef>
              <a:spcAft>
                <a:spcPts val="0"/>
              </a:spcAft>
              <a:buClr>
                <a:schemeClr val="dk1"/>
              </a:buClr>
              <a:buSzPts val="2100"/>
              <a:buFont typeface="Arial"/>
              <a:buNone/>
            </a:pPr>
            <a:endParaRPr sz="2100" b="0" i="0" u="sng" strike="noStrike" cap="none">
              <a:solidFill>
                <a:schemeClr val="dk1"/>
              </a:solidFill>
              <a:latin typeface="Century Gothic"/>
              <a:ea typeface="Century Gothic"/>
              <a:cs typeface="Century Gothic"/>
              <a:sym typeface="Century Gothic"/>
            </a:endParaRPr>
          </a:p>
          <a:p>
            <a:pPr marL="342900" marR="0" lvl="0" indent="-342900" algn="l" rtl="0">
              <a:lnSpc>
                <a:spcPct val="100000"/>
              </a:lnSpc>
              <a:spcBef>
                <a:spcPts val="420"/>
              </a:spcBef>
              <a:spcAft>
                <a:spcPts val="0"/>
              </a:spcAft>
              <a:buClr>
                <a:schemeClr val="dk1"/>
              </a:buClr>
              <a:buSzPts val="2100"/>
              <a:buFont typeface="Arial"/>
              <a:buNone/>
            </a:pPr>
            <a:endParaRPr sz="2100" b="0" i="0" u="none" strike="noStrike" cap="none">
              <a:solidFill>
                <a:schemeClr val="dk1"/>
              </a:solidFill>
              <a:latin typeface="Century Gothic"/>
              <a:ea typeface="Century Gothic"/>
              <a:cs typeface="Century Gothic"/>
              <a:sym typeface="Century Gothic"/>
            </a:endParaRPr>
          </a:p>
          <a:p>
            <a:pPr marL="342900" marR="0" lvl="0" indent="-342900" algn="l" rtl="0">
              <a:lnSpc>
                <a:spcPct val="100000"/>
              </a:lnSpc>
              <a:spcBef>
                <a:spcPts val="420"/>
              </a:spcBef>
              <a:spcAft>
                <a:spcPts val="0"/>
              </a:spcAft>
              <a:buClr>
                <a:schemeClr val="dk1"/>
              </a:buClr>
              <a:buSzPts val="2100"/>
              <a:buFont typeface="Arial"/>
              <a:buNone/>
            </a:pPr>
            <a:endParaRPr sz="2100" b="0" i="0" u="none" strike="noStrike" cap="none">
              <a:solidFill>
                <a:schemeClr val="dk1"/>
              </a:solidFill>
              <a:latin typeface="Century Gothic"/>
              <a:ea typeface="Century Gothic"/>
              <a:cs typeface="Century Gothic"/>
              <a:sym typeface="Century Gothic"/>
            </a:endParaRPr>
          </a:p>
          <a:p>
            <a:pPr marL="342900" marR="0" lvl="0" indent="-209550" algn="l" rtl="0">
              <a:lnSpc>
                <a:spcPct val="100000"/>
              </a:lnSpc>
              <a:spcBef>
                <a:spcPts val="420"/>
              </a:spcBef>
              <a:spcAft>
                <a:spcPts val="0"/>
              </a:spcAft>
              <a:buClr>
                <a:schemeClr val="dk1"/>
              </a:buClr>
              <a:buSzPts val="2100"/>
              <a:buFont typeface="Arial"/>
              <a:buNone/>
            </a:pPr>
            <a:endParaRPr sz="2100" b="0" i="0" u="none" strike="noStrike" cap="none">
              <a:solidFill>
                <a:schemeClr val="dk1"/>
              </a:solidFill>
              <a:latin typeface="Century Gothic"/>
              <a:ea typeface="Century Gothic"/>
              <a:cs typeface="Century Gothic"/>
              <a:sym typeface="Century Gothic"/>
            </a:endParaRPr>
          </a:p>
        </p:txBody>
      </p:sp>
      <p:sp>
        <p:nvSpPr>
          <p:cNvPr id="160" name="Google Shape;160;p17"/>
          <p:cNvSpPr txBox="1">
            <a:spLocks noGrp="1"/>
          </p:cNvSpPr>
          <p:nvPr>
            <p:ph type="sldNum" idx="12"/>
          </p:nvPr>
        </p:nvSpPr>
        <p:spPr>
          <a:xfrm>
            <a:off x="9061476" y="7329489"/>
            <a:ext cx="1500198" cy="171714"/>
          </a:xfrm>
          <a:prstGeom prst="rect">
            <a:avLst/>
          </a:prstGeom>
          <a:noFill/>
          <a:ln>
            <a:noFill/>
          </a:ln>
        </p:spPr>
        <p:txBody>
          <a:bodyPr spcFirstLastPara="1" wrap="square" lIns="0" tIns="0" rIns="0" bIns="0" anchor="t" anchorCtr="0">
            <a:spAutoFit/>
          </a:bodyPr>
          <a:lstStyle/>
          <a:p>
            <a:pPr marL="186690" lvl="0" indent="0" algn="l" rtl="0">
              <a:lnSpc>
                <a:spcPct val="82812"/>
              </a:lnSpc>
              <a:spcBef>
                <a:spcPts val="0"/>
              </a:spcBef>
              <a:spcAft>
                <a:spcPts val="0"/>
              </a:spcAft>
              <a:buSzPts val="1600"/>
              <a:buNone/>
            </a:pPr>
            <a:fld id="{00000000-1234-1234-1234-123412341234}" type="slidenum">
              <a:rPr lang="fr-FR"/>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8"/>
          <p:cNvSpPr txBox="1"/>
          <p:nvPr/>
        </p:nvSpPr>
        <p:spPr>
          <a:xfrm>
            <a:off x="0" y="40897"/>
            <a:ext cx="10693400" cy="1018524"/>
          </a:xfrm>
          <a:prstGeom prst="rect">
            <a:avLst/>
          </a:prstGeom>
          <a:noFill/>
          <a:ln>
            <a:noFill/>
          </a:ln>
        </p:spPr>
        <p:txBody>
          <a:bodyPr spcFirstLastPara="1" wrap="square" lIns="0" tIns="520900" rIns="0" bIns="0" anchor="t" anchorCtr="0">
            <a:spAutoFit/>
          </a:bodyPr>
          <a:lstStyle/>
          <a:p>
            <a:pPr marL="12602" marR="0" lvl="0" indent="0" algn="ctr" rtl="0">
              <a:lnSpc>
                <a:spcPct val="100000"/>
              </a:lnSpc>
              <a:spcBef>
                <a:spcPts val="0"/>
              </a:spcBef>
              <a:spcAft>
                <a:spcPts val="0"/>
              </a:spcAft>
              <a:buClr>
                <a:srgbClr val="000000"/>
              </a:buClr>
              <a:buSzPts val="3200"/>
              <a:buFont typeface="Arial"/>
              <a:buNone/>
            </a:pPr>
            <a:r>
              <a:rPr lang="fr-FR" sz="3200" b="0" i="0" u="none" strike="noStrike" cap="none">
                <a:solidFill>
                  <a:schemeClr val="dk1"/>
                </a:solidFill>
                <a:latin typeface="Century Gothic"/>
                <a:ea typeface="Century Gothic"/>
                <a:cs typeface="Century Gothic"/>
                <a:sym typeface="Century Gothic"/>
              </a:rPr>
              <a:t>TP1 </a:t>
            </a:r>
            <a:endParaRPr sz="3200" b="0" i="0" u="none" strike="noStrike" cap="none">
              <a:solidFill>
                <a:schemeClr val="dk1"/>
              </a:solidFill>
              <a:latin typeface="Century Gothic"/>
              <a:ea typeface="Century Gothic"/>
              <a:cs typeface="Century Gothic"/>
              <a:sym typeface="Century Gothic"/>
            </a:endParaRPr>
          </a:p>
        </p:txBody>
      </p:sp>
      <p:sp>
        <p:nvSpPr>
          <p:cNvPr id="167" name="Google Shape;167;p18"/>
          <p:cNvSpPr/>
          <p:nvPr/>
        </p:nvSpPr>
        <p:spPr>
          <a:xfrm>
            <a:off x="304801" y="1283393"/>
            <a:ext cx="10083800" cy="5943330"/>
          </a:xfrm>
          <a:prstGeom prst="rect">
            <a:avLst/>
          </a:prstGeom>
          <a:noFill/>
          <a:ln>
            <a:noFill/>
          </a:ln>
        </p:spPr>
        <p:txBody>
          <a:bodyPr spcFirstLastPara="1" wrap="square" lIns="100800" tIns="50400" rIns="100800" bIns="50400" anchor="t" anchorCtr="0">
            <a:noAutofit/>
          </a:bodyPr>
          <a:lstStyle/>
          <a:p>
            <a:pPr marL="342900" marR="0" lvl="0" indent="-234950" algn="l" rtl="0">
              <a:lnSpc>
                <a:spcPct val="100000"/>
              </a:lnSpc>
              <a:spcBef>
                <a:spcPts val="0"/>
              </a:spcBef>
              <a:spcAft>
                <a:spcPts val="0"/>
              </a:spcAft>
              <a:buClr>
                <a:schemeClr val="dk1"/>
              </a:buClr>
              <a:buSzPts val="1700"/>
              <a:buFont typeface="Arial"/>
              <a:buNone/>
            </a:pPr>
            <a:endParaRPr sz="1700" b="0" i="0" u="none" strike="noStrike" cap="none" dirty="0">
              <a:solidFill>
                <a:schemeClr val="dk1"/>
              </a:solidFill>
              <a:latin typeface="Century Gothic"/>
              <a:ea typeface="Century Gothic"/>
              <a:cs typeface="Century Gothic"/>
              <a:sym typeface="Century Gothic"/>
            </a:endParaRPr>
          </a:p>
          <a:p>
            <a:pPr marL="342900" marR="0" lvl="0" indent="-234950" algn="l" rtl="0">
              <a:lnSpc>
                <a:spcPct val="100000"/>
              </a:lnSpc>
              <a:spcBef>
                <a:spcPts val="340"/>
              </a:spcBef>
              <a:spcAft>
                <a:spcPts val="0"/>
              </a:spcAft>
              <a:buClr>
                <a:schemeClr val="dk1"/>
              </a:buClr>
              <a:buSzPts val="1700"/>
              <a:buFont typeface="Arial"/>
              <a:buNone/>
            </a:pPr>
            <a:endParaRPr sz="1700" b="0" i="0" u="none" strike="noStrike" cap="none" dirty="0">
              <a:solidFill>
                <a:schemeClr val="dk1"/>
              </a:solidFill>
              <a:latin typeface="Century Gothic"/>
              <a:ea typeface="Century Gothic"/>
              <a:cs typeface="Century Gothic"/>
              <a:sym typeface="Century Gothic"/>
            </a:endParaRPr>
          </a:p>
          <a:p>
            <a:pPr marL="342900" marR="0" lvl="0" indent="-342900" algn="l" rtl="0">
              <a:lnSpc>
                <a:spcPct val="100000"/>
              </a:lnSpc>
              <a:spcBef>
                <a:spcPts val="340"/>
              </a:spcBef>
              <a:spcAft>
                <a:spcPts val="0"/>
              </a:spcAft>
              <a:buClr>
                <a:schemeClr val="dk1"/>
              </a:buClr>
              <a:buSzPts val="1700"/>
              <a:buFont typeface="Arial"/>
              <a:buChar char="•"/>
            </a:pPr>
            <a:r>
              <a:rPr lang="fr-FR" sz="1700" b="0" i="0" u="none" strike="noStrike" cap="none" dirty="0">
                <a:solidFill>
                  <a:schemeClr val="dk1"/>
                </a:solidFill>
                <a:latin typeface="Century Gothic"/>
                <a:ea typeface="Century Gothic"/>
                <a:cs typeface="Century Gothic"/>
                <a:sym typeface="Century Gothic"/>
              </a:rPr>
              <a:t>Ajouter un Aspect de Journalisation (logs) à la classe service </a:t>
            </a:r>
            <a:r>
              <a:rPr lang="fr-FR" sz="1700" dirty="0" err="1">
                <a:solidFill>
                  <a:schemeClr val="dk1"/>
                </a:solidFill>
                <a:latin typeface="Century Gothic"/>
                <a:ea typeface="Century Gothic"/>
                <a:cs typeface="Century Gothic"/>
                <a:sym typeface="Century Gothic"/>
              </a:rPr>
              <a:t>Foyer</a:t>
            </a:r>
            <a:r>
              <a:rPr lang="fr-FR" sz="1700" b="0" i="0" u="none" strike="noStrike" cap="none" dirty="0" err="1">
                <a:solidFill>
                  <a:schemeClr val="dk1"/>
                </a:solidFill>
                <a:latin typeface="Century Gothic"/>
                <a:ea typeface="Century Gothic"/>
                <a:cs typeface="Century Gothic"/>
                <a:sym typeface="Century Gothic"/>
              </a:rPr>
              <a:t>Service</a:t>
            </a:r>
            <a:r>
              <a:rPr lang="fr-FR" sz="1700" b="0" i="0" u="none" strike="noStrike" cap="none" dirty="0">
                <a:solidFill>
                  <a:schemeClr val="dk1"/>
                </a:solidFill>
                <a:latin typeface="Century Gothic"/>
                <a:ea typeface="Century Gothic"/>
                <a:cs typeface="Century Gothic"/>
                <a:sym typeface="Century Gothic"/>
              </a:rPr>
              <a:t> et tester vos services avec Postman (ou </a:t>
            </a:r>
            <a:r>
              <a:rPr lang="fr-FR" sz="1700" b="0" i="0" u="none" strike="noStrike" cap="none" dirty="0" err="1">
                <a:solidFill>
                  <a:schemeClr val="dk1"/>
                </a:solidFill>
                <a:latin typeface="Century Gothic"/>
                <a:ea typeface="Century Gothic"/>
                <a:cs typeface="Century Gothic"/>
                <a:sym typeface="Century Gothic"/>
              </a:rPr>
              <a:t>Swagger</a:t>
            </a:r>
            <a:r>
              <a:rPr lang="fr-FR" sz="1700" b="0" i="0" u="none" strike="noStrike" cap="none" dirty="0">
                <a:solidFill>
                  <a:schemeClr val="dk1"/>
                </a:solidFill>
                <a:latin typeface="Century Gothic"/>
                <a:ea typeface="Century Gothic"/>
                <a:cs typeface="Century Gothic"/>
                <a:sym typeface="Century Gothic"/>
              </a:rPr>
              <a:t>) : Dans le package config, ajouter l’aspect : </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340"/>
              </a:spcBef>
              <a:spcAft>
                <a:spcPts val="0"/>
              </a:spcAft>
              <a:buClr>
                <a:schemeClr val="dk1"/>
              </a:buClr>
              <a:buSzPts val="1700"/>
              <a:buFont typeface="Arial"/>
              <a:buNone/>
            </a:pPr>
            <a:endParaRPr sz="1700" b="0" i="0" u="none" strike="noStrike" cap="none" dirty="0">
              <a:solidFill>
                <a:srgbClr val="7F0055"/>
              </a:solidFill>
              <a:latin typeface="Consolas"/>
              <a:ea typeface="Consolas"/>
              <a:cs typeface="Consolas"/>
              <a:sym typeface="Consolas"/>
            </a:endParaRPr>
          </a:p>
          <a:p>
            <a:pPr marL="742950" marR="0" lvl="1" indent="-285750" algn="l" rtl="0">
              <a:lnSpc>
                <a:spcPct val="100000"/>
              </a:lnSpc>
              <a:spcBef>
                <a:spcPts val="340"/>
              </a:spcBef>
              <a:spcAft>
                <a:spcPts val="0"/>
              </a:spcAft>
              <a:buClr>
                <a:srgbClr val="7F0055"/>
              </a:buClr>
              <a:buSzPts val="1700"/>
              <a:buFont typeface="Arial"/>
              <a:buNone/>
            </a:pPr>
            <a:r>
              <a:rPr lang="fr-FR" sz="1700" b="0" i="0" u="none" strike="noStrike" cap="none" dirty="0">
                <a:solidFill>
                  <a:srgbClr val="7F0055"/>
                </a:solidFill>
                <a:latin typeface="Consolas"/>
                <a:ea typeface="Consolas"/>
                <a:cs typeface="Consolas"/>
                <a:sym typeface="Consolas"/>
              </a:rPr>
              <a:t>package</a:t>
            </a:r>
            <a:r>
              <a:rPr lang="fr-FR" sz="1700" b="0" i="0" u="none" strike="noStrike" cap="none" dirty="0">
                <a:solidFill>
                  <a:srgbClr val="000000"/>
                </a:solidFill>
                <a:latin typeface="Consolas"/>
                <a:ea typeface="Consolas"/>
                <a:cs typeface="Consolas"/>
                <a:sym typeface="Consolas"/>
              </a:rPr>
              <a:t> </a:t>
            </a:r>
            <a:r>
              <a:rPr lang="fr-FR" sz="1700" b="0" i="0" u="none" strike="noStrike" cap="none" dirty="0" err="1">
                <a:solidFill>
                  <a:srgbClr val="000000"/>
                </a:solidFill>
                <a:latin typeface="Consolas"/>
                <a:ea typeface="Consolas"/>
                <a:cs typeface="Consolas"/>
                <a:sym typeface="Consolas"/>
              </a:rPr>
              <a:t>tn.esprit.esponline.config</a:t>
            </a:r>
            <a:r>
              <a:rPr lang="fr-FR" sz="1700" b="0" i="0" u="none" strike="noStrike" cap="none" dirty="0">
                <a:solidFill>
                  <a:srgbClr val="000000"/>
                </a:solidFill>
                <a:latin typeface="Consolas"/>
                <a:ea typeface="Consolas"/>
                <a:cs typeface="Consolas"/>
                <a:sym typeface="Consolas"/>
              </a:rPr>
              <a:t>;</a:t>
            </a:r>
            <a:endParaRPr sz="1700" b="0" i="0" u="none" strike="noStrike" cap="none" dirty="0">
              <a:solidFill>
                <a:schemeClr val="dk1"/>
              </a:solidFill>
              <a:latin typeface="Consolas"/>
              <a:ea typeface="Consolas"/>
              <a:cs typeface="Consolas"/>
              <a:sym typeface="Consolas"/>
            </a:endParaRPr>
          </a:p>
          <a:p>
            <a:pPr marL="742950" marR="0" lvl="1" indent="-285750" algn="l" rtl="0">
              <a:lnSpc>
                <a:spcPct val="100000"/>
              </a:lnSpc>
              <a:spcBef>
                <a:spcPts val="340"/>
              </a:spcBef>
              <a:spcAft>
                <a:spcPts val="0"/>
              </a:spcAft>
              <a:buClr>
                <a:srgbClr val="646464"/>
              </a:buClr>
              <a:buSzPts val="1700"/>
              <a:buFont typeface="Arial"/>
              <a:buNone/>
            </a:pPr>
            <a:r>
              <a:rPr lang="fr-FR" sz="1700" b="1" i="0" u="none" strike="noStrike" cap="none" dirty="0">
                <a:solidFill>
                  <a:srgbClr val="646464"/>
                </a:solidFill>
                <a:latin typeface="Consolas"/>
                <a:ea typeface="Consolas"/>
                <a:cs typeface="Consolas"/>
                <a:sym typeface="Consolas"/>
              </a:rPr>
              <a:t>@Component</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340"/>
              </a:spcBef>
              <a:spcAft>
                <a:spcPts val="0"/>
              </a:spcAft>
              <a:buClr>
                <a:srgbClr val="646464"/>
              </a:buClr>
              <a:buSzPts val="1700"/>
              <a:buFont typeface="Arial"/>
              <a:buNone/>
            </a:pPr>
            <a:r>
              <a:rPr lang="fr-FR" sz="1700" b="1" i="0" u="none" strike="noStrike" cap="none" dirty="0">
                <a:solidFill>
                  <a:srgbClr val="646464"/>
                </a:solidFill>
                <a:latin typeface="Consolas"/>
                <a:ea typeface="Consolas"/>
                <a:cs typeface="Consolas"/>
                <a:sym typeface="Consolas"/>
              </a:rPr>
              <a:t>@Aspect</a:t>
            </a:r>
          </a:p>
          <a:p>
            <a:pPr marL="742950" marR="0" lvl="1" indent="-285750" algn="l" rtl="0">
              <a:lnSpc>
                <a:spcPct val="100000"/>
              </a:lnSpc>
              <a:spcBef>
                <a:spcPts val="340"/>
              </a:spcBef>
              <a:spcAft>
                <a:spcPts val="0"/>
              </a:spcAft>
              <a:buClr>
                <a:srgbClr val="646464"/>
              </a:buClr>
              <a:buSzPts val="1700"/>
              <a:buFont typeface="Arial"/>
              <a:buNone/>
            </a:pPr>
            <a:r>
              <a:rPr lang="fr-FR" sz="1700" b="1" dirty="0">
                <a:solidFill>
                  <a:srgbClr val="646464"/>
                </a:solidFill>
                <a:latin typeface="Consolas"/>
                <a:sym typeface="Consolas"/>
              </a:rPr>
              <a:t>@SL4J</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340"/>
              </a:spcBef>
              <a:spcAft>
                <a:spcPts val="0"/>
              </a:spcAft>
              <a:buClr>
                <a:srgbClr val="7F0055"/>
              </a:buClr>
              <a:buSzPts val="1700"/>
              <a:buFont typeface="Arial"/>
              <a:buNone/>
            </a:pPr>
            <a:r>
              <a:rPr lang="fr-FR" sz="1700" b="0" i="0" u="none" strike="noStrike" cap="none" dirty="0">
                <a:solidFill>
                  <a:srgbClr val="7F0055"/>
                </a:solidFill>
                <a:latin typeface="Consolas"/>
                <a:ea typeface="Consolas"/>
                <a:cs typeface="Consolas"/>
                <a:sym typeface="Consolas"/>
              </a:rPr>
              <a:t>public</a:t>
            </a:r>
            <a:r>
              <a:rPr lang="fr-FR" sz="1700" b="0" i="0" u="none" strike="noStrike" cap="none" dirty="0">
                <a:solidFill>
                  <a:srgbClr val="000000"/>
                </a:solidFill>
                <a:latin typeface="Consolas"/>
                <a:ea typeface="Consolas"/>
                <a:cs typeface="Consolas"/>
                <a:sym typeface="Consolas"/>
              </a:rPr>
              <a:t> </a:t>
            </a:r>
            <a:r>
              <a:rPr lang="fr-FR" sz="1700" b="0" i="0" u="none" strike="noStrike" cap="none" dirty="0">
                <a:solidFill>
                  <a:srgbClr val="7F0055"/>
                </a:solidFill>
                <a:latin typeface="Consolas"/>
                <a:ea typeface="Consolas"/>
                <a:cs typeface="Consolas"/>
                <a:sym typeface="Consolas"/>
              </a:rPr>
              <a:t>class</a:t>
            </a:r>
            <a:r>
              <a:rPr lang="fr-FR" sz="1700" b="0" i="0" u="none" strike="noStrike" cap="none" dirty="0">
                <a:solidFill>
                  <a:srgbClr val="000000"/>
                </a:solidFill>
                <a:latin typeface="Consolas"/>
                <a:ea typeface="Consolas"/>
                <a:cs typeface="Consolas"/>
                <a:sym typeface="Consolas"/>
              </a:rPr>
              <a:t> </a:t>
            </a:r>
            <a:r>
              <a:rPr lang="fr-FR" sz="1700" b="0" i="0" u="none" strike="noStrike" cap="none" dirty="0" err="1">
                <a:solidFill>
                  <a:srgbClr val="000000"/>
                </a:solidFill>
                <a:latin typeface="Consolas"/>
                <a:ea typeface="Consolas"/>
                <a:cs typeface="Consolas"/>
                <a:sym typeface="Consolas"/>
              </a:rPr>
              <a:t>LoggingAspect</a:t>
            </a:r>
            <a:r>
              <a:rPr lang="fr-FR" sz="1700" b="0" i="0" u="none" strike="noStrike" cap="none" dirty="0">
                <a:solidFill>
                  <a:srgbClr val="000000"/>
                </a:solidFill>
                <a:latin typeface="Consolas"/>
                <a:ea typeface="Consolas"/>
                <a:cs typeface="Consolas"/>
                <a:sym typeface="Consolas"/>
              </a:rPr>
              <a:t> {</a:t>
            </a:r>
            <a:endParaRPr sz="1700" b="0" i="0" u="none" strike="noStrike" cap="none" dirty="0">
              <a:solidFill>
                <a:schemeClr val="dk1"/>
              </a:solidFill>
              <a:latin typeface="Consolas"/>
              <a:ea typeface="Consolas"/>
              <a:cs typeface="Consolas"/>
              <a:sym typeface="Consolas"/>
            </a:endParaRPr>
          </a:p>
          <a:p>
            <a:pPr marL="742950" marR="0" lvl="1" indent="-285750" algn="l" rtl="0">
              <a:lnSpc>
                <a:spcPct val="100000"/>
              </a:lnSpc>
              <a:spcBef>
                <a:spcPts val="340"/>
              </a:spcBef>
              <a:spcAft>
                <a:spcPts val="0"/>
              </a:spcAft>
              <a:buClr>
                <a:srgbClr val="646464"/>
              </a:buClr>
              <a:buSzPts val="1700"/>
              <a:buFont typeface="Arial"/>
              <a:buNone/>
            </a:pPr>
            <a:r>
              <a:rPr lang="fr-FR" sz="1700" b="0" i="0" u="none" strike="noStrike" cap="none" dirty="0">
                <a:solidFill>
                  <a:srgbClr val="646464"/>
                </a:solidFill>
                <a:latin typeface="Consolas"/>
                <a:ea typeface="Consolas"/>
                <a:cs typeface="Consolas"/>
                <a:sym typeface="Consolas"/>
              </a:rPr>
              <a:t>@Before</a:t>
            </a:r>
            <a:r>
              <a:rPr lang="fr-FR" sz="1700" b="0" i="0" u="none" strike="noStrike" cap="none" dirty="0">
                <a:solidFill>
                  <a:srgbClr val="000000"/>
                </a:solidFill>
                <a:latin typeface="Consolas"/>
                <a:ea typeface="Consolas"/>
                <a:cs typeface="Consolas"/>
                <a:sym typeface="Consolas"/>
              </a:rPr>
              <a:t>(</a:t>
            </a:r>
            <a:r>
              <a:rPr lang="fr-FR" sz="1700" b="0" i="0" u="none" strike="noStrike" cap="none" dirty="0">
                <a:solidFill>
                  <a:srgbClr val="2A00FF"/>
                </a:solidFill>
                <a:latin typeface="Consolas"/>
                <a:ea typeface="Consolas"/>
                <a:cs typeface="Consolas"/>
                <a:sym typeface="Consolas"/>
              </a:rPr>
              <a:t>"execution(* </a:t>
            </a:r>
            <a:r>
              <a:rPr lang="fr-FR" sz="1700" b="0" i="0" u="none" strike="noStrike" cap="none" dirty="0" err="1">
                <a:solidFill>
                  <a:srgbClr val="2A00FF"/>
                </a:solidFill>
                <a:latin typeface="Consolas"/>
                <a:ea typeface="Consolas"/>
                <a:cs typeface="Consolas"/>
                <a:sym typeface="Consolas"/>
              </a:rPr>
              <a:t>tn.esprit.</a:t>
            </a:r>
            <a:r>
              <a:rPr lang="fr-FR" sz="1700" dirty="0" err="1">
                <a:solidFill>
                  <a:srgbClr val="2A00FF"/>
                </a:solidFill>
                <a:latin typeface="Consolas"/>
                <a:ea typeface="Consolas"/>
                <a:cs typeface="Consolas"/>
                <a:sym typeface="Consolas"/>
              </a:rPr>
              <a:t>springProject</a:t>
            </a:r>
            <a:r>
              <a:rPr lang="fr-FR" sz="1700" b="0" i="0" u="none" strike="noStrike" cap="none" dirty="0" err="1">
                <a:solidFill>
                  <a:srgbClr val="2A00FF"/>
                </a:solidFill>
                <a:latin typeface="Consolas"/>
                <a:ea typeface="Consolas"/>
                <a:cs typeface="Consolas"/>
                <a:sym typeface="Consolas"/>
              </a:rPr>
              <a:t>.service.</a:t>
            </a:r>
            <a:r>
              <a:rPr lang="fr-FR" sz="1700" dirty="0" err="1">
                <a:solidFill>
                  <a:srgbClr val="2A00FF"/>
                </a:solidFill>
                <a:latin typeface="Consolas"/>
                <a:ea typeface="Consolas"/>
                <a:cs typeface="Consolas"/>
                <a:sym typeface="Consolas"/>
              </a:rPr>
              <a:t>Foyer</a:t>
            </a:r>
            <a:r>
              <a:rPr lang="fr-FR" sz="1700" b="0" i="0" u="none" strike="noStrike" cap="none" dirty="0" err="1">
                <a:solidFill>
                  <a:srgbClr val="2A00FF"/>
                </a:solidFill>
                <a:latin typeface="Consolas"/>
                <a:ea typeface="Consolas"/>
                <a:cs typeface="Consolas"/>
                <a:sym typeface="Consolas"/>
              </a:rPr>
              <a:t>ServiceImpl</a:t>
            </a:r>
            <a:r>
              <a:rPr lang="fr-FR" sz="1700" b="0" i="0" u="none" strike="noStrike" cap="none" dirty="0">
                <a:solidFill>
                  <a:srgbClr val="2A00FF"/>
                </a:solidFill>
                <a:latin typeface="Consolas"/>
                <a:ea typeface="Consolas"/>
                <a:cs typeface="Consolas"/>
                <a:sym typeface="Consolas"/>
              </a:rPr>
              <a:t>.*(..))"</a:t>
            </a:r>
            <a:r>
              <a:rPr lang="fr-FR" sz="1700" b="0" i="0" u="none" strike="noStrike" cap="none" dirty="0">
                <a:solidFill>
                  <a:srgbClr val="000000"/>
                </a:solidFill>
                <a:latin typeface="Consolas"/>
                <a:ea typeface="Consolas"/>
                <a:cs typeface="Consolas"/>
                <a:sym typeface="Consolas"/>
              </a:rPr>
              <a:t>)</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340"/>
              </a:spcBef>
              <a:spcAft>
                <a:spcPts val="0"/>
              </a:spcAft>
              <a:buClr>
                <a:srgbClr val="7F0055"/>
              </a:buClr>
              <a:buSzPts val="1700"/>
              <a:buFont typeface="Arial"/>
              <a:buNone/>
            </a:pPr>
            <a:r>
              <a:rPr lang="fr-FR" sz="1700" b="0" i="0" u="none" strike="noStrike" cap="none" dirty="0">
                <a:solidFill>
                  <a:srgbClr val="7F0055"/>
                </a:solidFill>
                <a:latin typeface="Consolas"/>
                <a:ea typeface="Consolas"/>
                <a:cs typeface="Consolas"/>
                <a:sym typeface="Consolas"/>
              </a:rPr>
              <a:t>public</a:t>
            </a:r>
            <a:r>
              <a:rPr lang="fr-FR" sz="1700" b="0" i="0" u="none" strike="noStrike" cap="none" dirty="0">
                <a:solidFill>
                  <a:srgbClr val="000000"/>
                </a:solidFill>
                <a:latin typeface="Consolas"/>
                <a:ea typeface="Consolas"/>
                <a:cs typeface="Consolas"/>
                <a:sym typeface="Consolas"/>
              </a:rPr>
              <a:t> </a:t>
            </a:r>
            <a:r>
              <a:rPr lang="fr-FR" sz="1700" b="0" i="0" u="none" strike="noStrike" cap="none" dirty="0" err="1">
                <a:solidFill>
                  <a:srgbClr val="7F0055"/>
                </a:solidFill>
                <a:latin typeface="Consolas"/>
                <a:ea typeface="Consolas"/>
                <a:cs typeface="Consolas"/>
                <a:sym typeface="Consolas"/>
              </a:rPr>
              <a:t>void</a:t>
            </a:r>
            <a:r>
              <a:rPr lang="fr-FR" sz="1700" b="0" i="0" u="none" strike="noStrike" cap="none" dirty="0">
                <a:solidFill>
                  <a:srgbClr val="000000"/>
                </a:solidFill>
                <a:latin typeface="Consolas"/>
                <a:ea typeface="Consolas"/>
                <a:cs typeface="Consolas"/>
                <a:sym typeface="Consolas"/>
              </a:rPr>
              <a:t> </a:t>
            </a:r>
            <a:r>
              <a:rPr lang="fr-FR" sz="1700" b="0" i="0" u="none" strike="noStrike" cap="none" dirty="0" err="1">
                <a:solidFill>
                  <a:srgbClr val="000000"/>
                </a:solidFill>
                <a:latin typeface="Consolas"/>
                <a:ea typeface="Consolas"/>
                <a:cs typeface="Consolas"/>
                <a:sym typeface="Consolas"/>
              </a:rPr>
              <a:t>logMethodEntry</a:t>
            </a:r>
            <a:r>
              <a:rPr lang="fr-FR" sz="1700" b="0" i="0" u="none" strike="noStrike" cap="none" dirty="0">
                <a:solidFill>
                  <a:srgbClr val="000000"/>
                </a:solidFill>
                <a:latin typeface="Consolas"/>
                <a:ea typeface="Consolas"/>
                <a:cs typeface="Consolas"/>
                <a:sym typeface="Consolas"/>
              </a:rPr>
              <a:t>(</a:t>
            </a:r>
            <a:r>
              <a:rPr lang="fr-FR" sz="1700" b="0" i="0" u="none" strike="noStrike" cap="none" dirty="0" err="1">
                <a:solidFill>
                  <a:srgbClr val="000000"/>
                </a:solidFill>
                <a:latin typeface="Consolas"/>
                <a:ea typeface="Consolas"/>
                <a:cs typeface="Consolas"/>
                <a:sym typeface="Consolas"/>
              </a:rPr>
              <a:t>JoinPoint</a:t>
            </a:r>
            <a:r>
              <a:rPr lang="fr-FR" sz="1700" b="0" i="0" u="none" strike="noStrike" cap="none" dirty="0">
                <a:solidFill>
                  <a:srgbClr val="000000"/>
                </a:solidFill>
                <a:latin typeface="Consolas"/>
                <a:ea typeface="Consolas"/>
                <a:cs typeface="Consolas"/>
                <a:sym typeface="Consolas"/>
              </a:rPr>
              <a:t> </a:t>
            </a:r>
            <a:r>
              <a:rPr lang="fr-FR" sz="1700" b="0" i="0" u="none" strike="noStrike" cap="none" dirty="0" err="1">
                <a:solidFill>
                  <a:srgbClr val="6A3E3E"/>
                </a:solidFill>
                <a:latin typeface="Consolas"/>
                <a:ea typeface="Consolas"/>
                <a:cs typeface="Consolas"/>
                <a:sym typeface="Consolas"/>
              </a:rPr>
              <a:t>joinPoint</a:t>
            </a:r>
            <a:r>
              <a:rPr lang="fr-FR" sz="1700" b="0" i="0" u="none" strike="noStrike" cap="none" dirty="0">
                <a:solidFill>
                  <a:srgbClr val="000000"/>
                </a:solidFill>
                <a:latin typeface="Consolas"/>
                <a:ea typeface="Consolas"/>
                <a:cs typeface="Consolas"/>
                <a:sym typeface="Consolas"/>
              </a:rPr>
              <a:t>) {</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340"/>
              </a:spcBef>
              <a:spcAft>
                <a:spcPts val="0"/>
              </a:spcAft>
              <a:buClr>
                <a:srgbClr val="000000"/>
              </a:buClr>
              <a:buSzPts val="1700"/>
              <a:buFont typeface="Arial"/>
              <a:buNone/>
            </a:pPr>
            <a:r>
              <a:rPr lang="fr-FR" sz="1700" b="0" i="0" u="none" strike="noStrike" cap="none" dirty="0">
                <a:solidFill>
                  <a:srgbClr val="000000"/>
                </a:solidFill>
                <a:latin typeface="Consolas"/>
                <a:ea typeface="Consolas"/>
                <a:cs typeface="Consolas"/>
                <a:sym typeface="Consolas"/>
              </a:rPr>
              <a:t>String </a:t>
            </a:r>
            <a:r>
              <a:rPr lang="fr-FR" sz="1700" b="0" i="0" u="none" strike="noStrike" cap="none" dirty="0" err="1">
                <a:solidFill>
                  <a:srgbClr val="6A3E3E"/>
                </a:solidFill>
                <a:latin typeface="Consolas"/>
                <a:ea typeface="Consolas"/>
                <a:cs typeface="Consolas"/>
                <a:sym typeface="Consolas"/>
              </a:rPr>
              <a:t>name</a:t>
            </a:r>
            <a:r>
              <a:rPr lang="fr-FR" sz="1700" b="0" i="0" u="none" strike="noStrike" cap="none" dirty="0">
                <a:solidFill>
                  <a:srgbClr val="000000"/>
                </a:solidFill>
                <a:latin typeface="Consolas"/>
                <a:ea typeface="Consolas"/>
                <a:cs typeface="Consolas"/>
                <a:sym typeface="Consolas"/>
              </a:rPr>
              <a:t> = </a:t>
            </a:r>
            <a:r>
              <a:rPr lang="fr-FR" sz="1700" b="0" i="0" u="none" strike="noStrike" cap="none" dirty="0" err="1">
                <a:solidFill>
                  <a:srgbClr val="6A3E3E"/>
                </a:solidFill>
                <a:latin typeface="Consolas"/>
                <a:ea typeface="Consolas"/>
                <a:cs typeface="Consolas"/>
                <a:sym typeface="Consolas"/>
              </a:rPr>
              <a:t>joinPoint</a:t>
            </a:r>
            <a:r>
              <a:rPr lang="fr-FR" sz="1700" b="0" i="0" u="none" strike="noStrike" cap="none" dirty="0" err="1">
                <a:solidFill>
                  <a:srgbClr val="000000"/>
                </a:solidFill>
                <a:latin typeface="Consolas"/>
                <a:ea typeface="Consolas"/>
                <a:cs typeface="Consolas"/>
                <a:sym typeface="Consolas"/>
              </a:rPr>
              <a:t>.getSignature</a:t>
            </a:r>
            <a:r>
              <a:rPr lang="fr-FR" sz="1700" b="0" i="0" u="none" strike="noStrike" cap="none" dirty="0">
                <a:solidFill>
                  <a:srgbClr val="000000"/>
                </a:solidFill>
                <a:latin typeface="Consolas"/>
                <a:ea typeface="Consolas"/>
                <a:cs typeface="Consolas"/>
                <a:sym typeface="Consolas"/>
              </a:rPr>
              <a:t>().</a:t>
            </a:r>
            <a:r>
              <a:rPr lang="fr-FR" sz="1700" b="0" i="0" u="none" strike="noStrike" cap="none" dirty="0" err="1">
                <a:solidFill>
                  <a:srgbClr val="000000"/>
                </a:solidFill>
                <a:latin typeface="Consolas"/>
                <a:ea typeface="Consolas"/>
                <a:cs typeface="Consolas"/>
                <a:sym typeface="Consolas"/>
              </a:rPr>
              <a:t>getName</a:t>
            </a:r>
            <a:r>
              <a:rPr lang="fr-FR" sz="1700" b="0" i="0" u="none" strike="noStrike" cap="none" dirty="0">
                <a:solidFill>
                  <a:srgbClr val="000000"/>
                </a:solidFill>
                <a:latin typeface="Consolas"/>
                <a:ea typeface="Consolas"/>
                <a:cs typeface="Consolas"/>
                <a:sym typeface="Consolas"/>
              </a:rPr>
              <a:t>();</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340"/>
              </a:spcBef>
              <a:spcAft>
                <a:spcPts val="0"/>
              </a:spcAft>
              <a:buClr>
                <a:srgbClr val="0000C0"/>
              </a:buClr>
              <a:buSzPts val="1700"/>
              <a:buFont typeface="Arial"/>
              <a:buNone/>
            </a:pPr>
            <a:r>
              <a:rPr lang="fr-FR" sz="1700" b="0" i="1" u="none" strike="noStrike" cap="none" dirty="0">
                <a:solidFill>
                  <a:srgbClr val="0000C0"/>
                </a:solidFill>
                <a:latin typeface="Consolas"/>
                <a:ea typeface="Consolas"/>
                <a:cs typeface="Consolas"/>
                <a:sym typeface="Consolas"/>
              </a:rPr>
              <a:t>log</a:t>
            </a:r>
            <a:r>
              <a:rPr lang="fr-FR" sz="1700" b="0" i="1" u="none" strike="noStrike" cap="none" dirty="0">
                <a:solidFill>
                  <a:srgbClr val="000000"/>
                </a:solidFill>
                <a:latin typeface="Consolas"/>
                <a:ea typeface="Consolas"/>
                <a:cs typeface="Consolas"/>
                <a:sym typeface="Consolas"/>
              </a:rPr>
              <a:t>.info(</a:t>
            </a:r>
            <a:r>
              <a:rPr lang="fr-FR" sz="1700" b="0" i="1" u="none" strike="noStrike" cap="none" dirty="0">
                <a:solidFill>
                  <a:srgbClr val="2A00FF"/>
                </a:solidFill>
                <a:latin typeface="Consolas"/>
                <a:ea typeface="Consolas"/>
                <a:cs typeface="Consolas"/>
                <a:sym typeface="Consolas"/>
              </a:rPr>
              <a:t>"In </a:t>
            </a:r>
            <a:r>
              <a:rPr lang="fr-FR" sz="1700" b="0" i="1" u="none" strike="noStrike" cap="none" dirty="0" err="1">
                <a:solidFill>
                  <a:srgbClr val="2A00FF"/>
                </a:solidFill>
                <a:latin typeface="Consolas"/>
                <a:ea typeface="Consolas"/>
                <a:cs typeface="Consolas"/>
                <a:sym typeface="Consolas"/>
              </a:rPr>
              <a:t>method</a:t>
            </a:r>
            <a:r>
              <a:rPr lang="fr-FR" sz="1700" b="0" i="1" u="none" strike="noStrike" cap="none" dirty="0">
                <a:solidFill>
                  <a:srgbClr val="2A00FF"/>
                </a:solidFill>
                <a:latin typeface="Consolas"/>
                <a:ea typeface="Consolas"/>
                <a:cs typeface="Consolas"/>
                <a:sym typeface="Consolas"/>
              </a:rPr>
              <a:t> "</a:t>
            </a:r>
            <a:r>
              <a:rPr lang="fr-FR" sz="1700" b="0" i="1" u="none" strike="noStrike" cap="none" dirty="0">
                <a:solidFill>
                  <a:srgbClr val="000000"/>
                </a:solidFill>
                <a:latin typeface="Consolas"/>
                <a:ea typeface="Consolas"/>
                <a:cs typeface="Consolas"/>
                <a:sym typeface="Consolas"/>
              </a:rPr>
              <a:t> + </a:t>
            </a:r>
            <a:r>
              <a:rPr lang="fr-FR" sz="1700" b="0" i="1" u="none" strike="noStrike" cap="none" dirty="0" err="1">
                <a:solidFill>
                  <a:srgbClr val="6A3E3E"/>
                </a:solidFill>
                <a:latin typeface="Consolas"/>
                <a:ea typeface="Consolas"/>
                <a:cs typeface="Consolas"/>
                <a:sym typeface="Consolas"/>
              </a:rPr>
              <a:t>name</a:t>
            </a:r>
            <a:r>
              <a:rPr lang="fr-FR" sz="1700" b="0" i="1" u="none" strike="noStrike" cap="none" dirty="0">
                <a:solidFill>
                  <a:srgbClr val="000000"/>
                </a:solidFill>
                <a:latin typeface="Consolas"/>
                <a:ea typeface="Consolas"/>
                <a:cs typeface="Consolas"/>
                <a:sym typeface="Consolas"/>
              </a:rPr>
              <a:t> + </a:t>
            </a:r>
            <a:r>
              <a:rPr lang="fr-FR" sz="1700" b="0" i="1" u="none" strike="noStrike" cap="none" dirty="0">
                <a:solidFill>
                  <a:srgbClr val="2A00FF"/>
                </a:solidFill>
                <a:latin typeface="Consolas"/>
                <a:ea typeface="Consolas"/>
                <a:cs typeface="Consolas"/>
                <a:sym typeface="Consolas"/>
              </a:rPr>
              <a:t>" : "</a:t>
            </a:r>
            <a:r>
              <a:rPr lang="fr-FR" sz="1700" b="0" i="1" u="none" strike="noStrike" cap="none" dirty="0">
                <a:solidFill>
                  <a:srgbClr val="000000"/>
                </a:solidFill>
                <a:latin typeface="Consolas"/>
                <a:ea typeface="Consolas"/>
                <a:cs typeface="Consolas"/>
                <a:sym typeface="Consolas"/>
              </a:rPr>
              <a:t>);</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340"/>
              </a:spcBef>
              <a:spcAft>
                <a:spcPts val="0"/>
              </a:spcAft>
              <a:buClr>
                <a:srgbClr val="000000"/>
              </a:buClr>
              <a:buSzPts val="1700"/>
              <a:buFont typeface="Arial"/>
              <a:buNone/>
            </a:pPr>
            <a:r>
              <a:rPr lang="fr-FR" sz="1700" b="0" i="0" u="none" strike="noStrike" cap="none" dirty="0">
                <a:solidFill>
                  <a:srgbClr val="000000"/>
                </a:solidFill>
                <a:latin typeface="Consolas"/>
                <a:ea typeface="Consolas"/>
                <a:cs typeface="Consolas"/>
                <a:sym typeface="Consolas"/>
              </a:rPr>
              <a:t>}</a:t>
            </a:r>
            <a:endParaRPr sz="1700" b="0" i="0" u="none" strike="noStrike" cap="none" dirty="0">
              <a:solidFill>
                <a:schemeClr val="dk1"/>
              </a:solidFill>
              <a:latin typeface="Consolas"/>
              <a:ea typeface="Consolas"/>
              <a:cs typeface="Consolas"/>
              <a:sym typeface="Consolas"/>
            </a:endParaRPr>
          </a:p>
          <a:p>
            <a:pPr marL="742950" marR="0" lvl="1" indent="-285750" algn="l" rtl="0">
              <a:lnSpc>
                <a:spcPct val="100000"/>
              </a:lnSpc>
              <a:spcBef>
                <a:spcPts val="340"/>
              </a:spcBef>
              <a:spcAft>
                <a:spcPts val="0"/>
              </a:spcAft>
              <a:buClr>
                <a:srgbClr val="646464"/>
              </a:buClr>
              <a:buSzPts val="1700"/>
              <a:buFont typeface="Arial"/>
              <a:buNone/>
            </a:pPr>
            <a:r>
              <a:rPr lang="fr-FR" sz="1700" b="0" i="0" u="none" strike="noStrike" cap="none" dirty="0">
                <a:solidFill>
                  <a:srgbClr val="646464"/>
                </a:solidFill>
                <a:latin typeface="Consolas"/>
                <a:ea typeface="Consolas"/>
                <a:cs typeface="Consolas"/>
                <a:sym typeface="Consolas"/>
              </a:rPr>
              <a:t>@After</a:t>
            </a:r>
            <a:r>
              <a:rPr lang="fr-FR" sz="1700" b="0" i="0" u="none" strike="noStrike" cap="none" dirty="0">
                <a:solidFill>
                  <a:srgbClr val="000000"/>
                </a:solidFill>
                <a:latin typeface="Consolas"/>
                <a:ea typeface="Consolas"/>
                <a:cs typeface="Consolas"/>
                <a:sym typeface="Consolas"/>
              </a:rPr>
              <a:t>(</a:t>
            </a:r>
            <a:r>
              <a:rPr lang="fr-FR" sz="1700" b="0" i="0" u="none" strike="noStrike" cap="none" dirty="0">
                <a:solidFill>
                  <a:srgbClr val="2A00FF"/>
                </a:solidFill>
                <a:latin typeface="Consolas"/>
                <a:ea typeface="Consolas"/>
                <a:cs typeface="Consolas"/>
                <a:sym typeface="Consolas"/>
              </a:rPr>
              <a:t>"…....."</a:t>
            </a:r>
            <a:r>
              <a:rPr lang="fr-FR" sz="1700" b="0" i="0" u="none" strike="noStrike" cap="none" dirty="0">
                <a:solidFill>
                  <a:srgbClr val="000000"/>
                </a:solidFill>
                <a:latin typeface="Consolas"/>
                <a:ea typeface="Consolas"/>
                <a:cs typeface="Consolas"/>
                <a:sym typeface="Consolas"/>
              </a:rPr>
              <a:t>)</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340"/>
              </a:spcBef>
              <a:spcAft>
                <a:spcPts val="0"/>
              </a:spcAft>
              <a:buClr>
                <a:srgbClr val="7F0055"/>
              </a:buClr>
              <a:buSzPts val="1700"/>
              <a:buFont typeface="Arial"/>
              <a:buNone/>
            </a:pPr>
            <a:r>
              <a:rPr lang="fr-FR" sz="1700" b="0" i="0" u="none" strike="noStrike" cap="none" dirty="0">
                <a:solidFill>
                  <a:srgbClr val="7F0055"/>
                </a:solidFill>
                <a:latin typeface="Consolas"/>
                <a:ea typeface="Consolas"/>
                <a:cs typeface="Consolas"/>
                <a:sym typeface="Consolas"/>
              </a:rPr>
              <a:t>public</a:t>
            </a:r>
            <a:r>
              <a:rPr lang="fr-FR" sz="1700" b="0" i="0" u="none" strike="noStrike" cap="none" dirty="0">
                <a:solidFill>
                  <a:srgbClr val="000000"/>
                </a:solidFill>
                <a:latin typeface="Consolas"/>
                <a:ea typeface="Consolas"/>
                <a:cs typeface="Consolas"/>
                <a:sym typeface="Consolas"/>
              </a:rPr>
              <a:t> </a:t>
            </a:r>
            <a:r>
              <a:rPr lang="fr-FR" sz="1700" b="0" i="0" u="none" strike="noStrike" cap="none" dirty="0" err="1">
                <a:solidFill>
                  <a:srgbClr val="7F0055"/>
                </a:solidFill>
                <a:latin typeface="Consolas"/>
                <a:ea typeface="Consolas"/>
                <a:cs typeface="Consolas"/>
                <a:sym typeface="Consolas"/>
              </a:rPr>
              <a:t>void</a:t>
            </a:r>
            <a:r>
              <a:rPr lang="fr-FR" sz="1700" b="0" i="0" u="none" strike="noStrike" cap="none" dirty="0">
                <a:solidFill>
                  <a:srgbClr val="000000"/>
                </a:solidFill>
                <a:latin typeface="Consolas"/>
                <a:ea typeface="Consolas"/>
                <a:cs typeface="Consolas"/>
                <a:sym typeface="Consolas"/>
              </a:rPr>
              <a:t> </a:t>
            </a:r>
            <a:r>
              <a:rPr lang="fr-FR" sz="1700" b="0" i="0" u="none" strike="noStrike" cap="none" dirty="0" err="1">
                <a:solidFill>
                  <a:srgbClr val="000000"/>
                </a:solidFill>
                <a:latin typeface="Consolas"/>
                <a:ea typeface="Consolas"/>
                <a:cs typeface="Consolas"/>
                <a:sym typeface="Consolas"/>
              </a:rPr>
              <a:t>logMethodExit</a:t>
            </a:r>
            <a:r>
              <a:rPr lang="fr-FR" sz="1700" b="0" i="0" u="none" strike="noStrike" cap="none" dirty="0">
                <a:solidFill>
                  <a:srgbClr val="000000"/>
                </a:solidFill>
                <a:latin typeface="Consolas"/>
                <a:ea typeface="Consolas"/>
                <a:cs typeface="Consolas"/>
                <a:sym typeface="Consolas"/>
              </a:rPr>
              <a:t>….</a:t>
            </a:r>
            <a:endParaRPr sz="1700" b="0" i="0" u="none" strike="noStrike" cap="none" dirty="0">
              <a:solidFill>
                <a:schemeClr val="dk1"/>
              </a:solidFill>
              <a:latin typeface="Consolas"/>
              <a:ea typeface="Consolas"/>
              <a:cs typeface="Consolas"/>
              <a:sym typeface="Consolas"/>
            </a:endParaRPr>
          </a:p>
          <a:p>
            <a:pPr marL="742950" marR="0" lvl="1" indent="-285750" algn="l" rtl="0">
              <a:lnSpc>
                <a:spcPct val="100000"/>
              </a:lnSpc>
              <a:spcBef>
                <a:spcPts val="340"/>
              </a:spcBef>
              <a:spcAft>
                <a:spcPts val="0"/>
              </a:spcAft>
              <a:buClr>
                <a:srgbClr val="000000"/>
              </a:buClr>
              <a:buSzPts val="1700"/>
              <a:buFont typeface="Arial"/>
              <a:buNone/>
            </a:pPr>
            <a:r>
              <a:rPr lang="fr-FR" sz="1700" b="0" i="0" u="none" strike="noStrike" cap="none" dirty="0">
                <a:solidFill>
                  <a:srgbClr val="000000"/>
                </a:solidFill>
                <a:latin typeface="Consolas"/>
                <a:ea typeface="Consolas"/>
                <a:cs typeface="Consolas"/>
                <a:sym typeface="Consolas"/>
              </a:rPr>
              <a:t>}</a:t>
            </a:r>
            <a:endParaRPr sz="1400" b="0" i="0" u="none" strike="noStrike" cap="none" dirty="0">
              <a:solidFill>
                <a:srgbClr val="000000"/>
              </a:solidFill>
              <a:latin typeface="Arial"/>
              <a:ea typeface="Arial"/>
              <a:cs typeface="Arial"/>
              <a:sym typeface="Arial"/>
            </a:endParaRPr>
          </a:p>
        </p:txBody>
      </p:sp>
      <p:sp>
        <p:nvSpPr>
          <p:cNvPr id="168" name="Google Shape;168;p18"/>
          <p:cNvSpPr txBox="1">
            <a:spLocks noGrp="1"/>
          </p:cNvSpPr>
          <p:nvPr>
            <p:ph type="sldNum" idx="12"/>
          </p:nvPr>
        </p:nvSpPr>
        <p:spPr>
          <a:xfrm>
            <a:off x="9061476" y="7329489"/>
            <a:ext cx="1500198" cy="171714"/>
          </a:xfrm>
          <a:prstGeom prst="rect">
            <a:avLst/>
          </a:prstGeom>
          <a:noFill/>
          <a:ln>
            <a:noFill/>
          </a:ln>
        </p:spPr>
        <p:txBody>
          <a:bodyPr spcFirstLastPara="1" wrap="square" lIns="0" tIns="0" rIns="0" bIns="0" anchor="t" anchorCtr="0">
            <a:spAutoFit/>
          </a:bodyPr>
          <a:lstStyle/>
          <a:p>
            <a:pPr marL="186690" lvl="0" indent="0" algn="l" rtl="0">
              <a:lnSpc>
                <a:spcPct val="82812"/>
              </a:lnSpc>
              <a:spcBef>
                <a:spcPts val="0"/>
              </a:spcBef>
              <a:spcAft>
                <a:spcPts val="0"/>
              </a:spcAft>
              <a:buSzPts val="1600"/>
              <a:buNone/>
            </a:pPr>
            <a:fld id="{00000000-1234-1234-1234-123412341234}" type="slidenum">
              <a:rPr lang="fr-FR"/>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9"/>
          <p:cNvSpPr txBox="1"/>
          <p:nvPr/>
        </p:nvSpPr>
        <p:spPr>
          <a:xfrm>
            <a:off x="0" y="40897"/>
            <a:ext cx="10693400" cy="1018524"/>
          </a:xfrm>
          <a:prstGeom prst="rect">
            <a:avLst/>
          </a:prstGeom>
          <a:noFill/>
          <a:ln>
            <a:noFill/>
          </a:ln>
        </p:spPr>
        <p:txBody>
          <a:bodyPr spcFirstLastPara="1" wrap="square" lIns="0" tIns="520900" rIns="0" bIns="0" anchor="t" anchorCtr="0">
            <a:spAutoFit/>
          </a:bodyPr>
          <a:lstStyle/>
          <a:p>
            <a:pPr marL="12602" marR="0" lvl="0" indent="0" algn="ctr" rtl="0">
              <a:lnSpc>
                <a:spcPct val="100000"/>
              </a:lnSpc>
              <a:spcBef>
                <a:spcPts val="0"/>
              </a:spcBef>
              <a:spcAft>
                <a:spcPts val="0"/>
              </a:spcAft>
              <a:buClr>
                <a:srgbClr val="000000"/>
              </a:buClr>
              <a:buSzPts val="3200"/>
              <a:buFont typeface="Arial"/>
              <a:buNone/>
            </a:pPr>
            <a:r>
              <a:rPr lang="fr-FR" sz="3200" b="0" i="0" u="none" strike="noStrike" cap="none">
                <a:solidFill>
                  <a:schemeClr val="dk1"/>
                </a:solidFill>
                <a:latin typeface="Century Gothic"/>
                <a:ea typeface="Century Gothic"/>
                <a:cs typeface="Century Gothic"/>
                <a:sym typeface="Century Gothic"/>
              </a:rPr>
              <a:t>TP2 : Mesure de Performance </a:t>
            </a:r>
            <a:endParaRPr sz="3200" b="0" i="0" u="none" strike="noStrike" cap="none">
              <a:solidFill>
                <a:schemeClr val="dk1"/>
              </a:solidFill>
              <a:latin typeface="Century Gothic"/>
              <a:ea typeface="Century Gothic"/>
              <a:cs typeface="Century Gothic"/>
              <a:sym typeface="Century Gothic"/>
            </a:endParaRPr>
          </a:p>
        </p:txBody>
      </p:sp>
      <p:sp>
        <p:nvSpPr>
          <p:cNvPr id="175" name="Google Shape;175;p19"/>
          <p:cNvSpPr/>
          <p:nvPr/>
        </p:nvSpPr>
        <p:spPr>
          <a:xfrm>
            <a:off x="0" y="1283393"/>
            <a:ext cx="10693400" cy="5943330"/>
          </a:xfrm>
          <a:prstGeom prst="rect">
            <a:avLst/>
          </a:prstGeom>
          <a:noFill/>
          <a:ln>
            <a:noFill/>
          </a:ln>
        </p:spPr>
        <p:txBody>
          <a:bodyPr spcFirstLastPara="1" wrap="square" lIns="100800" tIns="50400" rIns="100800" bIns="50400" anchor="t" anchorCtr="0">
            <a:normAutofit/>
          </a:bodyPr>
          <a:lstStyle/>
          <a:p>
            <a:pPr marL="342900" marR="0" lvl="0" indent="-203200" algn="l" rtl="0">
              <a:lnSpc>
                <a:spcPct val="100000"/>
              </a:lnSpc>
              <a:spcBef>
                <a:spcPts val="0"/>
              </a:spcBef>
              <a:spcAft>
                <a:spcPts val="0"/>
              </a:spcAft>
              <a:buClr>
                <a:schemeClr val="dk1"/>
              </a:buClr>
              <a:buSzPts val="2200"/>
              <a:buFont typeface="Arial"/>
              <a:buNone/>
            </a:pPr>
            <a:endParaRPr sz="2200" b="0" i="0" u="none" strike="noStrike" cap="none" dirty="0">
              <a:solidFill>
                <a:schemeClr val="dk1"/>
              </a:solidFill>
              <a:latin typeface="Century Gothic"/>
              <a:ea typeface="Century Gothic"/>
              <a:cs typeface="Century Gothic"/>
              <a:sym typeface="Century Gothic"/>
            </a:endParaRPr>
          </a:p>
          <a:p>
            <a:pPr marL="342900" marR="0" lvl="0" indent="-203200" algn="l" rtl="0">
              <a:lnSpc>
                <a:spcPct val="100000"/>
              </a:lnSpc>
              <a:spcBef>
                <a:spcPts val="440"/>
              </a:spcBef>
              <a:spcAft>
                <a:spcPts val="0"/>
              </a:spcAft>
              <a:buClr>
                <a:schemeClr val="dk1"/>
              </a:buClr>
              <a:buSzPts val="2200"/>
              <a:buFont typeface="Arial"/>
              <a:buNone/>
            </a:pPr>
            <a:endParaRPr sz="2200" b="0" i="0" u="none" strike="noStrike" cap="none" dirty="0">
              <a:solidFill>
                <a:schemeClr val="dk1"/>
              </a:solidFill>
              <a:latin typeface="Century Gothic"/>
              <a:ea typeface="Century Gothic"/>
              <a:cs typeface="Century Gothic"/>
              <a:sym typeface="Century Gothic"/>
            </a:endParaRPr>
          </a:p>
          <a:p>
            <a:pPr marL="342900" marR="0" lvl="0" indent="-342900" algn="l" rtl="0">
              <a:lnSpc>
                <a:spcPct val="100000"/>
              </a:lnSpc>
              <a:spcBef>
                <a:spcPts val="440"/>
              </a:spcBef>
              <a:spcAft>
                <a:spcPts val="0"/>
              </a:spcAft>
              <a:buClr>
                <a:schemeClr val="dk1"/>
              </a:buClr>
              <a:buSzPts val="2200"/>
              <a:buFont typeface="Arial"/>
              <a:buChar char="•"/>
            </a:pPr>
            <a:r>
              <a:rPr lang="fr-FR" sz="2200" b="0" i="0" u="none" strike="noStrike" cap="none" dirty="0">
                <a:solidFill>
                  <a:schemeClr val="dk1"/>
                </a:solidFill>
                <a:latin typeface="Century Gothic"/>
                <a:ea typeface="Century Gothic"/>
                <a:cs typeface="Century Gothic"/>
                <a:sym typeface="Century Gothic"/>
              </a:rPr>
              <a:t>En vous inspirant du TP1, créer un nouvelle classe </a:t>
            </a:r>
            <a:r>
              <a:rPr lang="fr-FR" sz="2200" b="0" i="0" u="none" strike="noStrike" cap="none" dirty="0" err="1">
                <a:solidFill>
                  <a:schemeClr val="dk1"/>
                </a:solidFill>
                <a:latin typeface="Century Gothic"/>
                <a:ea typeface="Century Gothic"/>
                <a:cs typeface="Century Gothic"/>
                <a:sym typeface="Century Gothic"/>
              </a:rPr>
              <a:t>PerformanceAspect</a:t>
            </a:r>
            <a:r>
              <a:rPr lang="fr-FR" sz="2200" b="0" i="0" u="none" strike="noStrike" cap="none" dirty="0">
                <a:solidFill>
                  <a:schemeClr val="dk1"/>
                </a:solidFill>
                <a:latin typeface="Century Gothic"/>
                <a:ea typeface="Century Gothic"/>
                <a:cs typeface="Century Gothic"/>
                <a:sym typeface="Century Gothic"/>
              </a:rPr>
              <a:t>, créer un aspect qui permet de calculer et afficher dans les logs, la durée d’exécution de chaque méthode appelée de la couche service.    </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440"/>
              </a:spcBef>
              <a:spcAft>
                <a:spcPts val="0"/>
              </a:spcAft>
              <a:buClr>
                <a:schemeClr val="dk1"/>
              </a:buClr>
              <a:buSzPts val="2200"/>
              <a:buFont typeface="Arial"/>
              <a:buChar char="•"/>
            </a:pPr>
            <a:r>
              <a:rPr lang="fr-FR" sz="2200" b="0" i="0" u="none" strike="noStrike" cap="none" dirty="0">
                <a:solidFill>
                  <a:schemeClr val="dk1"/>
                </a:solidFill>
                <a:latin typeface="Century Gothic"/>
                <a:ea typeface="Century Gothic"/>
                <a:cs typeface="Century Gothic"/>
                <a:sym typeface="Century Gothic"/>
              </a:rPr>
              <a:t>Utiliser la méthode : </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440"/>
              </a:spcBef>
              <a:spcAft>
                <a:spcPts val="0"/>
              </a:spcAft>
              <a:buClr>
                <a:srgbClr val="646464"/>
              </a:buClr>
              <a:buSzPts val="2200"/>
              <a:buFont typeface="Arial"/>
              <a:buNone/>
            </a:pPr>
            <a:r>
              <a:rPr lang="fr-FR" sz="2200" b="0" i="0" u="none" strike="noStrike" cap="none" dirty="0">
                <a:solidFill>
                  <a:srgbClr val="646464"/>
                </a:solidFill>
                <a:latin typeface="Consolas"/>
                <a:ea typeface="Consolas"/>
                <a:cs typeface="Consolas"/>
                <a:sym typeface="Consolas"/>
              </a:rPr>
              <a:t>@Around</a:t>
            </a:r>
            <a:r>
              <a:rPr lang="fr-FR" sz="2200" b="0" i="0" u="none" strike="noStrike" cap="none" dirty="0">
                <a:solidFill>
                  <a:srgbClr val="000000"/>
                </a:solidFill>
                <a:latin typeface="Consolas"/>
                <a:ea typeface="Consolas"/>
                <a:cs typeface="Consolas"/>
                <a:sym typeface="Consolas"/>
              </a:rPr>
              <a:t>(</a:t>
            </a:r>
            <a:r>
              <a:rPr lang="fr-FR" sz="2200" b="0" i="0" u="none" strike="noStrike" cap="none" dirty="0">
                <a:solidFill>
                  <a:srgbClr val="2A00FF"/>
                </a:solidFill>
                <a:latin typeface="Consolas"/>
                <a:ea typeface="Consolas"/>
                <a:cs typeface="Consolas"/>
                <a:sym typeface="Consolas"/>
              </a:rPr>
              <a:t>"execution(* </a:t>
            </a:r>
            <a:r>
              <a:rPr lang="fr-FR" sz="2200" b="0" i="0" u="none" strike="noStrike" cap="none" dirty="0" err="1">
                <a:solidFill>
                  <a:srgbClr val="2A00FF"/>
                </a:solidFill>
                <a:latin typeface="Consolas"/>
                <a:ea typeface="Consolas"/>
                <a:cs typeface="Consolas"/>
                <a:sym typeface="Consolas"/>
              </a:rPr>
              <a:t>tn.esprit.spring.service</a:t>
            </a:r>
            <a:r>
              <a:rPr lang="fr-FR" sz="2200" b="0" i="0" u="none" strike="noStrike" cap="none" dirty="0">
                <a:solidFill>
                  <a:srgbClr val="2A00FF"/>
                </a:solidFill>
                <a:latin typeface="Consolas"/>
                <a:ea typeface="Consolas"/>
                <a:cs typeface="Consolas"/>
                <a:sym typeface="Consolas"/>
              </a:rPr>
              <a:t>.*.*(..))"</a:t>
            </a:r>
            <a:r>
              <a:rPr lang="fr-FR" sz="2200" b="0" i="0" u="none" strike="noStrike" cap="none" dirty="0">
                <a:solidFill>
                  <a:srgbClr val="000000"/>
                </a:solidFill>
                <a:latin typeface="Consolas"/>
                <a:ea typeface="Consolas"/>
                <a:cs typeface="Consolas"/>
                <a:sym typeface="Consolas"/>
              </a:rPr>
              <a:t>)</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440"/>
              </a:spcBef>
              <a:spcAft>
                <a:spcPts val="0"/>
              </a:spcAft>
              <a:buClr>
                <a:srgbClr val="7F0055"/>
              </a:buClr>
              <a:buSzPts val="2200"/>
              <a:buFont typeface="Arial"/>
              <a:buNone/>
            </a:pPr>
            <a:r>
              <a:rPr lang="fr-FR" sz="2200" b="0" i="0" u="none" strike="noStrike" cap="none" dirty="0">
                <a:solidFill>
                  <a:srgbClr val="7F0055"/>
                </a:solidFill>
                <a:latin typeface="Consolas"/>
                <a:ea typeface="Consolas"/>
                <a:cs typeface="Consolas"/>
                <a:sym typeface="Consolas"/>
              </a:rPr>
              <a:t>public</a:t>
            </a:r>
            <a:r>
              <a:rPr lang="fr-FR" sz="2200" b="0" i="0" u="none" strike="noStrike" cap="none" dirty="0">
                <a:solidFill>
                  <a:srgbClr val="000000"/>
                </a:solidFill>
                <a:latin typeface="Consolas"/>
                <a:ea typeface="Consolas"/>
                <a:cs typeface="Consolas"/>
                <a:sym typeface="Consolas"/>
              </a:rPr>
              <a:t> </a:t>
            </a:r>
            <a:r>
              <a:rPr lang="fr-FR" sz="2200" b="1" i="0" u="none" strike="noStrike" cap="none" dirty="0">
                <a:solidFill>
                  <a:srgbClr val="000000"/>
                </a:solidFill>
                <a:highlight>
                  <a:srgbClr val="D4D4D4"/>
                </a:highlight>
                <a:latin typeface="Consolas"/>
                <a:ea typeface="Consolas"/>
                <a:cs typeface="Consolas"/>
                <a:sym typeface="Consolas"/>
              </a:rPr>
              <a:t>Object</a:t>
            </a:r>
            <a:r>
              <a:rPr lang="fr-FR" sz="2200" b="0" i="0" u="none" strike="noStrike" cap="none" dirty="0">
                <a:solidFill>
                  <a:srgbClr val="000000"/>
                </a:solidFill>
                <a:highlight>
                  <a:srgbClr val="D4D4D4"/>
                </a:highlight>
                <a:latin typeface="Consolas"/>
                <a:ea typeface="Consolas"/>
                <a:cs typeface="Consolas"/>
                <a:sym typeface="Consolas"/>
              </a:rPr>
              <a:t> profile(</a:t>
            </a:r>
            <a:r>
              <a:rPr lang="fr-FR" sz="2200" b="0" i="0" u="none" strike="noStrike" cap="none" dirty="0" err="1">
                <a:solidFill>
                  <a:srgbClr val="000000"/>
                </a:solidFill>
                <a:highlight>
                  <a:srgbClr val="D4D4D4"/>
                </a:highlight>
                <a:latin typeface="Consolas"/>
                <a:ea typeface="Consolas"/>
                <a:cs typeface="Consolas"/>
                <a:sym typeface="Consolas"/>
              </a:rPr>
              <a:t>ProceedingJoinPoint</a:t>
            </a:r>
            <a:r>
              <a:rPr lang="fr-FR" sz="2200" b="0" i="0" u="none" strike="noStrike" cap="none" dirty="0">
                <a:solidFill>
                  <a:srgbClr val="000000"/>
                </a:solidFill>
                <a:highlight>
                  <a:srgbClr val="D4D4D4"/>
                </a:highlight>
                <a:latin typeface="Consolas"/>
                <a:ea typeface="Consolas"/>
                <a:cs typeface="Consolas"/>
                <a:sym typeface="Consolas"/>
              </a:rPr>
              <a:t> </a:t>
            </a:r>
            <a:r>
              <a:rPr lang="fr-FR" sz="2200" b="0" i="0" u="none" strike="noStrike" cap="none" dirty="0" err="1">
                <a:solidFill>
                  <a:srgbClr val="6A3E3E"/>
                </a:solidFill>
                <a:highlight>
                  <a:srgbClr val="D4D4D4"/>
                </a:highlight>
                <a:latin typeface="Consolas"/>
                <a:ea typeface="Consolas"/>
                <a:cs typeface="Consolas"/>
                <a:sym typeface="Consolas"/>
              </a:rPr>
              <a:t>pjp</a:t>
            </a:r>
            <a:r>
              <a:rPr lang="fr-FR" sz="2200" b="0" i="0" u="none" strike="noStrike" cap="none" dirty="0">
                <a:solidFill>
                  <a:srgbClr val="000000"/>
                </a:solidFill>
                <a:highlight>
                  <a:srgbClr val="D4D4D4"/>
                </a:highlight>
                <a:latin typeface="Consolas"/>
                <a:ea typeface="Consolas"/>
                <a:cs typeface="Consolas"/>
                <a:sym typeface="Consolas"/>
              </a:rPr>
              <a:t>) </a:t>
            </a:r>
            <a:r>
              <a:rPr lang="fr-FR" sz="2200" b="0" i="0" u="none" strike="noStrike" cap="none" dirty="0" err="1">
                <a:solidFill>
                  <a:srgbClr val="7F0055"/>
                </a:solidFill>
                <a:highlight>
                  <a:srgbClr val="D4D4D4"/>
                </a:highlight>
                <a:latin typeface="Consolas"/>
                <a:ea typeface="Consolas"/>
                <a:cs typeface="Consolas"/>
                <a:sym typeface="Consolas"/>
              </a:rPr>
              <a:t>throws</a:t>
            </a:r>
            <a:r>
              <a:rPr lang="fr-FR" sz="2200" b="0" i="0" u="none" strike="noStrike" cap="none" dirty="0">
                <a:solidFill>
                  <a:srgbClr val="000000"/>
                </a:solidFill>
                <a:highlight>
                  <a:srgbClr val="D4D4D4"/>
                </a:highlight>
                <a:latin typeface="Consolas"/>
                <a:ea typeface="Consolas"/>
                <a:cs typeface="Consolas"/>
                <a:sym typeface="Consolas"/>
              </a:rPr>
              <a:t> </a:t>
            </a:r>
            <a:r>
              <a:rPr lang="fr-FR" sz="2200" b="0" i="0" u="none" strike="noStrike" cap="none" dirty="0" err="1">
                <a:solidFill>
                  <a:srgbClr val="000000"/>
                </a:solidFill>
                <a:highlight>
                  <a:srgbClr val="D4D4D4"/>
                </a:highlight>
                <a:latin typeface="Consolas"/>
                <a:ea typeface="Consolas"/>
                <a:cs typeface="Consolas"/>
                <a:sym typeface="Consolas"/>
              </a:rPr>
              <a:t>Throwable</a:t>
            </a:r>
            <a:r>
              <a:rPr lang="fr-FR" sz="2200" b="0" i="0" u="none" strike="noStrike" cap="none" dirty="0">
                <a:solidFill>
                  <a:srgbClr val="000000"/>
                </a:solidFill>
                <a:highlight>
                  <a:srgbClr val="D4D4D4"/>
                </a:highlight>
                <a:latin typeface="Consolas"/>
                <a:ea typeface="Consolas"/>
                <a:cs typeface="Consolas"/>
                <a:sym typeface="Consolas"/>
              </a:rPr>
              <a:t> {</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400"/>
              </a:spcBef>
              <a:spcAft>
                <a:spcPts val="0"/>
              </a:spcAft>
              <a:buClr>
                <a:srgbClr val="7F0055"/>
              </a:buClr>
              <a:buSzPts val="2000"/>
              <a:buFont typeface="Arial"/>
              <a:buNone/>
            </a:pPr>
            <a:r>
              <a:rPr lang="fr-FR" sz="2000" b="0" i="0" u="none" strike="noStrike" cap="none" dirty="0">
                <a:solidFill>
                  <a:srgbClr val="7F0055"/>
                </a:solidFill>
                <a:latin typeface="Consolas"/>
                <a:ea typeface="Consolas"/>
                <a:cs typeface="Consolas"/>
                <a:sym typeface="Consolas"/>
              </a:rPr>
              <a:t>long</a:t>
            </a:r>
            <a:r>
              <a:rPr lang="fr-FR" sz="2000" b="0" i="0" u="none" strike="noStrike" cap="none" dirty="0">
                <a:solidFill>
                  <a:srgbClr val="000000"/>
                </a:solidFill>
                <a:latin typeface="Consolas"/>
                <a:ea typeface="Consolas"/>
                <a:cs typeface="Consolas"/>
                <a:sym typeface="Consolas"/>
              </a:rPr>
              <a:t> </a:t>
            </a:r>
            <a:r>
              <a:rPr lang="fr-FR" sz="2000" b="0" i="0" u="none" strike="noStrike" cap="none" dirty="0">
                <a:solidFill>
                  <a:srgbClr val="6A3E3E"/>
                </a:solidFill>
                <a:latin typeface="Consolas"/>
                <a:ea typeface="Consolas"/>
                <a:cs typeface="Consolas"/>
                <a:sym typeface="Consolas"/>
              </a:rPr>
              <a:t>start</a:t>
            </a:r>
            <a:r>
              <a:rPr lang="fr-FR" sz="2000" b="0" i="0" u="none" strike="noStrike" cap="none" dirty="0">
                <a:solidFill>
                  <a:srgbClr val="000000"/>
                </a:solidFill>
                <a:latin typeface="Consolas"/>
                <a:ea typeface="Consolas"/>
                <a:cs typeface="Consolas"/>
                <a:sym typeface="Consolas"/>
              </a:rPr>
              <a:t> = </a:t>
            </a:r>
            <a:r>
              <a:rPr lang="fr-FR" sz="2000" b="0" i="0" u="none" strike="noStrike" cap="none" dirty="0" err="1">
                <a:solidFill>
                  <a:srgbClr val="000000"/>
                </a:solidFill>
                <a:latin typeface="Consolas"/>
                <a:ea typeface="Consolas"/>
                <a:cs typeface="Consolas"/>
                <a:sym typeface="Consolas"/>
              </a:rPr>
              <a:t>System.</a:t>
            </a:r>
            <a:r>
              <a:rPr lang="fr-FR" sz="2000" b="0" i="1" u="none" strike="noStrike" cap="none" dirty="0" err="1">
                <a:solidFill>
                  <a:srgbClr val="000000"/>
                </a:solidFill>
                <a:latin typeface="Consolas"/>
                <a:ea typeface="Consolas"/>
                <a:cs typeface="Consolas"/>
                <a:sym typeface="Consolas"/>
              </a:rPr>
              <a:t>currentTimeMillis</a:t>
            </a:r>
            <a:r>
              <a:rPr lang="fr-FR" sz="2000" b="0" i="1" u="none" strike="noStrike" cap="none" dirty="0">
                <a:solidFill>
                  <a:srgbClr val="000000"/>
                </a:solidFill>
                <a:latin typeface="Consolas"/>
                <a:ea typeface="Consolas"/>
                <a:cs typeface="Consolas"/>
                <a:sym typeface="Consolas"/>
              </a:rPr>
              <a:t>();</a:t>
            </a:r>
            <a:r>
              <a:rPr lang="fr-FR" sz="2000" b="0" i="0" u="none" strike="noStrike" cap="none" dirty="0">
                <a:solidFill>
                  <a:srgbClr val="000000"/>
                </a:solidFill>
                <a:latin typeface="Consolas"/>
                <a:ea typeface="Consolas"/>
                <a:cs typeface="Consolas"/>
                <a:sym typeface="Consolas"/>
              </a:rPr>
              <a:t>       </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400"/>
              </a:spcBef>
              <a:spcAft>
                <a:spcPts val="0"/>
              </a:spcAft>
              <a:buClr>
                <a:srgbClr val="000000"/>
              </a:buClr>
              <a:buSzPts val="2000"/>
              <a:buFont typeface="Arial"/>
              <a:buNone/>
            </a:pPr>
            <a:r>
              <a:rPr lang="fr-FR" sz="2000" b="0" i="0" u="none" strike="noStrike" cap="none" dirty="0">
                <a:solidFill>
                  <a:srgbClr val="000000"/>
                </a:solidFill>
                <a:latin typeface="Consolas"/>
                <a:ea typeface="Consolas"/>
                <a:cs typeface="Consolas"/>
                <a:sym typeface="Consolas"/>
              </a:rPr>
              <a:t>Object </a:t>
            </a:r>
            <a:r>
              <a:rPr lang="fr-FR" sz="2000" b="0" i="0" u="none" strike="noStrike" cap="none" dirty="0" err="1">
                <a:solidFill>
                  <a:srgbClr val="6A3E3E"/>
                </a:solidFill>
                <a:latin typeface="Consolas"/>
                <a:ea typeface="Consolas"/>
                <a:cs typeface="Consolas"/>
                <a:sym typeface="Consolas"/>
              </a:rPr>
              <a:t>obj</a:t>
            </a:r>
            <a:r>
              <a:rPr lang="fr-FR" sz="2000" b="0" i="0" u="none" strike="noStrike" cap="none" dirty="0">
                <a:solidFill>
                  <a:srgbClr val="000000"/>
                </a:solidFill>
                <a:latin typeface="Consolas"/>
                <a:ea typeface="Consolas"/>
                <a:cs typeface="Consolas"/>
                <a:sym typeface="Consolas"/>
              </a:rPr>
              <a:t> = </a:t>
            </a:r>
            <a:r>
              <a:rPr lang="fr-FR" sz="2000" b="0" i="0" u="none" strike="noStrike" cap="none" dirty="0" err="1">
                <a:solidFill>
                  <a:srgbClr val="6A3E3E"/>
                </a:solidFill>
                <a:latin typeface="Consolas"/>
                <a:ea typeface="Consolas"/>
                <a:cs typeface="Consolas"/>
                <a:sym typeface="Consolas"/>
              </a:rPr>
              <a:t>pjp</a:t>
            </a:r>
            <a:r>
              <a:rPr lang="fr-FR" sz="2000" b="0" i="0" u="none" strike="noStrike" cap="none" dirty="0" err="1">
                <a:solidFill>
                  <a:srgbClr val="000000"/>
                </a:solidFill>
                <a:latin typeface="Consolas"/>
                <a:ea typeface="Consolas"/>
                <a:cs typeface="Consolas"/>
                <a:sym typeface="Consolas"/>
              </a:rPr>
              <a:t>.</a:t>
            </a:r>
            <a:r>
              <a:rPr lang="fr-FR" sz="2000" b="0" i="0" u="none" strike="noStrike" cap="none" dirty="0" err="1">
                <a:solidFill>
                  <a:srgbClr val="000000"/>
                </a:solidFill>
                <a:highlight>
                  <a:srgbClr val="D4D4D4"/>
                </a:highlight>
                <a:latin typeface="Consolas"/>
                <a:ea typeface="Consolas"/>
                <a:cs typeface="Consolas"/>
                <a:sym typeface="Consolas"/>
              </a:rPr>
              <a:t>proceed</a:t>
            </a:r>
            <a:r>
              <a:rPr lang="fr-FR" sz="2000" b="0" i="0" u="none" strike="noStrike" cap="none" dirty="0">
                <a:solidFill>
                  <a:srgbClr val="000000"/>
                </a:solidFill>
                <a:highlight>
                  <a:srgbClr val="D4D4D4"/>
                </a:highlight>
                <a:latin typeface="Consolas"/>
                <a:ea typeface="Consolas"/>
                <a:cs typeface="Consolas"/>
                <a:sym typeface="Consolas"/>
              </a:rPr>
              <a:t>();</a:t>
            </a:r>
            <a:r>
              <a:rPr lang="fr-FR" sz="2000" b="0" i="0" u="none" strike="noStrike" cap="none" dirty="0">
                <a:solidFill>
                  <a:srgbClr val="000000"/>
                </a:solidFill>
                <a:latin typeface="Consolas"/>
                <a:ea typeface="Consolas"/>
                <a:cs typeface="Consolas"/>
                <a:sym typeface="Consolas"/>
              </a:rPr>
              <a:t>        </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400"/>
              </a:spcBef>
              <a:spcAft>
                <a:spcPts val="0"/>
              </a:spcAft>
              <a:buClr>
                <a:srgbClr val="7F0055"/>
              </a:buClr>
              <a:buSzPts val="2000"/>
              <a:buFont typeface="Arial"/>
              <a:buNone/>
            </a:pPr>
            <a:r>
              <a:rPr lang="fr-FR" sz="2000" b="0" i="0" u="none" strike="noStrike" cap="none" dirty="0">
                <a:solidFill>
                  <a:srgbClr val="7F0055"/>
                </a:solidFill>
                <a:latin typeface="Consolas"/>
                <a:ea typeface="Consolas"/>
                <a:cs typeface="Consolas"/>
                <a:sym typeface="Consolas"/>
              </a:rPr>
              <a:t>long</a:t>
            </a:r>
            <a:r>
              <a:rPr lang="fr-FR" sz="2000" b="0" i="0" u="none" strike="noStrike" cap="none" dirty="0">
                <a:solidFill>
                  <a:srgbClr val="000000"/>
                </a:solidFill>
                <a:latin typeface="Consolas"/>
                <a:ea typeface="Consolas"/>
                <a:cs typeface="Consolas"/>
                <a:sym typeface="Consolas"/>
              </a:rPr>
              <a:t> </a:t>
            </a:r>
            <a:r>
              <a:rPr lang="fr-FR" sz="2000" b="0" i="0" u="none" strike="noStrike" cap="none" dirty="0" err="1">
                <a:solidFill>
                  <a:srgbClr val="6A3E3E"/>
                </a:solidFill>
                <a:latin typeface="Consolas"/>
                <a:ea typeface="Consolas"/>
                <a:cs typeface="Consolas"/>
                <a:sym typeface="Consolas"/>
              </a:rPr>
              <a:t>elapsedTime</a:t>
            </a:r>
            <a:r>
              <a:rPr lang="fr-FR" sz="2000" b="0" i="0" u="none" strike="noStrike" cap="none" dirty="0">
                <a:solidFill>
                  <a:srgbClr val="000000"/>
                </a:solidFill>
                <a:latin typeface="Consolas"/>
                <a:ea typeface="Consolas"/>
                <a:cs typeface="Consolas"/>
                <a:sym typeface="Consolas"/>
              </a:rPr>
              <a:t> = </a:t>
            </a:r>
            <a:r>
              <a:rPr lang="fr-FR" sz="2000" b="0" i="0" u="none" strike="noStrike" cap="none" dirty="0" err="1">
                <a:solidFill>
                  <a:srgbClr val="000000"/>
                </a:solidFill>
                <a:latin typeface="Consolas"/>
                <a:ea typeface="Consolas"/>
                <a:cs typeface="Consolas"/>
                <a:sym typeface="Consolas"/>
              </a:rPr>
              <a:t>System.</a:t>
            </a:r>
            <a:r>
              <a:rPr lang="fr-FR" sz="2000" b="0" i="1" u="none" strike="noStrike" cap="none" dirty="0" err="1">
                <a:solidFill>
                  <a:srgbClr val="000000"/>
                </a:solidFill>
                <a:latin typeface="Consolas"/>
                <a:ea typeface="Consolas"/>
                <a:cs typeface="Consolas"/>
                <a:sym typeface="Consolas"/>
              </a:rPr>
              <a:t>currentTimeMillis</a:t>
            </a:r>
            <a:r>
              <a:rPr lang="fr-FR" sz="2000" b="0" i="1" u="none" strike="noStrike" cap="none" dirty="0">
                <a:solidFill>
                  <a:srgbClr val="000000"/>
                </a:solidFill>
                <a:latin typeface="Consolas"/>
                <a:ea typeface="Consolas"/>
                <a:cs typeface="Consolas"/>
                <a:sym typeface="Consolas"/>
              </a:rPr>
              <a:t>() - </a:t>
            </a:r>
            <a:r>
              <a:rPr lang="fr-FR" sz="2000" b="0" i="1" u="none" strike="noStrike" cap="none" dirty="0">
                <a:solidFill>
                  <a:srgbClr val="6A3E3E"/>
                </a:solidFill>
                <a:latin typeface="Consolas"/>
                <a:ea typeface="Consolas"/>
                <a:cs typeface="Consolas"/>
                <a:sym typeface="Consolas"/>
              </a:rPr>
              <a:t>start</a:t>
            </a:r>
            <a:r>
              <a:rPr lang="fr-FR" sz="2000" b="0" i="1" u="none" strike="noStrike" cap="none" dirty="0">
                <a:solidFill>
                  <a:srgbClr val="000000"/>
                </a:solidFill>
                <a:latin typeface="Consolas"/>
                <a:ea typeface="Consolas"/>
                <a:cs typeface="Consolas"/>
                <a:sym typeface="Consolas"/>
              </a:rPr>
              <a:t>;</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400"/>
              </a:spcBef>
              <a:spcAft>
                <a:spcPts val="0"/>
              </a:spcAft>
              <a:buClr>
                <a:srgbClr val="0000C0"/>
              </a:buClr>
              <a:buSzPts val="2000"/>
              <a:buFont typeface="Arial"/>
              <a:buNone/>
            </a:pPr>
            <a:r>
              <a:rPr lang="fr-FR" sz="2000" b="0" i="1" u="none" strike="noStrike" cap="none" dirty="0">
                <a:solidFill>
                  <a:srgbClr val="0000C0"/>
                </a:solidFill>
                <a:latin typeface="Consolas"/>
                <a:ea typeface="Consolas"/>
                <a:cs typeface="Consolas"/>
                <a:sym typeface="Consolas"/>
              </a:rPr>
              <a:t>log</a:t>
            </a:r>
            <a:r>
              <a:rPr lang="fr-FR" sz="2000" b="0" i="1" u="none" strike="noStrike" cap="none" dirty="0">
                <a:solidFill>
                  <a:srgbClr val="000000"/>
                </a:solidFill>
                <a:latin typeface="Consolas"/>
                <a:ea typeface="Consolas"/>
                <a:cs typeface="Consolas"/>
                <a:sym typeface="Consolas"/>
              </a:rPr>
              <a:t>.info(</a:t>
            </a:r>
            <a:r>
              <a:rPr lang="fr-FR" sz="2000" b="0" i="1" u="none" strike="noStrike" cap="none" dirty="0">
                <a:solidFill>
                  <a:srgbClr val="2A00FF"/>
                </a:solidFill>
                <a:latin typeface="Consolas"/>
                <a:ea typeface="Consolas"/>
                <a:cs typeface="Consolas"/>
                <a:sym typeface="Consolas"/>
              </a:rPr>
              <a:t>"Method </a:t>
            </a:r>
            <a:r>
              <a:rPr lang="fr-FR" sz="2000" b="0" i="1" u="none" strike="noStrike" cap="none" dirty="0" err="1">
                <a:solidFill>
                  <a:srgbClr val="2A00FF"/>
                </a:solidFill>
                <a:latin typeface="Consolas"/>
                <a:ea typeface="Consolas"/>
                <a:cs typeface="Consolas"/>
                <a:sym typeface="Consolas"/>
              </a:rPr>
              <a:t>execution</a:t>
            </a:r>
            <a:r>
              <a:rPr lang="fr-FR" sz="2000" b="0" i="1" u="none" strike="noStrike" cap="none" dirty="0">
                <a:solidFill>
                  <a:srgbClr val="2A00FF"/>
                </a:solidFill>
                <a:latin typeface="Consolas"/>
                <a:ea typeface="Consolas"/>
                <a:cs typeface="Consolas"/>
                <a:sym typeface="Consolas"/>
              </a:rPr>
              <a:t> time: "</a:t>
            </a:r>
            <a:r>
              <a:rPr lang="fr-FR" sz="2000" b="0" i="1" u="none" strike="noStrike" cap="none" dirty="0">
                <a:solidFill>
                  <a:srgbClr val="000000"/>
                </a:solidFill>
                <a:latin typeface="Consolas"/>
                <a:ea typeface="Consolas"/>
                <a:cs typeface="Consolas"/>
                <a:sym typeface="Consolas"/>
              </a:rPr>
              <a:t> + </a:t>
            </a:r>
            <a:r>
              <a:rPr lang="fr-FR" sz="2000" b="0" i="1" u="none" strike="noStrike" cap="none" dirty="0" err="1">
                <a:solidFill>
                  <a:srgbClr val="6A3E3E"/>
                </a:solidFill>
                <a:latin typeface="Consolas"/>
                <a:ea typeface="Consolas"/>
                <a:cs typeface="Consolas"/>
                <a:sym typeface="Consolas"/>
              </a:rPr>
              <a:t>elapsedTime</a:t>
            </a:r>
            <a:r>
              <a:rPr lang="fr-FR" sz="2000" b="0" i="1" u="none" strike="noStrike" cap="none" dirty="0">
                <a:solidFill>
                  <a:srgbClr val="000000"/>
                </a:solidFill>
                <a:latin typeface="Consolas"/>
                <a:ea typeface="Consolas"/>
                <a:cs typeface="Consolas"/>
                <a:sym typeface="Consolas"/>
              </a:rPr>
              <a:t> + </a:t>
            </a:r>
            <a:r>
              <a:rPr lang="fr-FR" sz="2000" b="0" i="1" u="none" strike="noStrike" cap="none" dirty="0">
                <a:solidFill>
                  <a:srgbClr val="2A00FF"/>
                </a:solidFill>
                <a:latin typeface="Consolas"/>
                <a:ea typeface="Consolas"/>
                <a:cs typeface="Consolas"/>
                <a:sym typeface="Consolas"/>
              </a:rPr>
              <a:t>" </a:t>
            </a:r>
            <a:r>
              <a:rPr lang="fr-FR" sz="2000" b="0" i="1" u="none" strike="noStrike" cap="none" dirty="0" err="1">
                <a:solidFill>
                  <a:srgbClr val="2A00FF"/>
                </a:solidFill>
                <a:latin typeface="Consolas"/>
                <a:ea typeface="Consolas"/>
                <a:cs typeface="Consolas"/>
                <a:sym typeface="Consolas"/>
              </a:rPr>
              <a:t>milliseconds</a:t>
            </a:r>
            <a:r>
              <a:rPr lang="fr-FR" sz="2000" b="0" i="1" u="none" strike="noStrike" cap="none" dirty="0">
                <a:solidFill>
                  <a:srgbClr val="2A00FF"/>
                </a:solidFill>
                <a:latin typeface="Consolas"/>
                <a:ea typeface="Consolas"/>
                <a:cs typeface="Consolas"/>
                <a:sym typeface="Consolas"/>
              </a:rPr>
              <a:t>."</a:t>
            </a:r>
            <a:r>
              <a:rPr lang="fr-FR" sz="2000" b="0" i="1" u="none" strike="noStrike" cap="none" dirty="0">
                <a:solidFill>
                  <a:srgbClr val="000000"/>
                </a:solidFill>
                <a:latin typeface="Consolas"/>
                <a:ea typeface="Consolas"/>
                <a:cs typeface="Consolas"/>
                <a:sym typeface="Consolas"/>
              </a:rPr>
              <a:t>);</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440"/>
              </a:spcBef>
              <a:spcAft>
                <a:spcPts val="0"/>
              </a:spcAft>
              <a:buClr>
                <a:srgbClr val="7F0055"/>
              </a:buClr>
              <a:buSzPts val="2200"/>
              <a:buFont typeface="Arial"/>
              <a:buNone/>
            </a:pPr>
            <a:r>
              <a:rPr lang="fr-FR" sz="2200" b="1" i="0" u="none" strike="noStrike" cap="none" dirty="0">
                <a:solidFill>
                  <a:srgbClr val="7F0055"/>
                </a:solidFill>
                <a:highlight>
                  <a:srgbClr val="D4D4D4"/>
                </a:highlight>
                <a:latin typeface="Consolas"/>
                <a:ea typeface="Consolas"/>
                <a:cs typeface="Consolas"/>
                <a:sym typeface="Consolas"/>
              </a:rPr>
              <a:t>return</a:t>
            </a:r>
            <a:r>
              <a:rPr lang="fr-FR" sz="2200" b="1" i="0" u="none" strike="noStrike" cap="none" dirty="0">
                <a:solidFill>
                  <a:srgbClr val="000000"/>
                </a:solidFill>
                <a:highlight>
                  <a:srgbClr val="D4D4D4"/>
                </a:highlight>
                <a:latin typeface="Consolas"/>
                <a:ea typeface="Consolas"/>
                <a:cs typeface="Consolas"/>
                <a:sym typeface="Consolas"/>
              </a:rPr>
              <a:t> </a:t>
            </a:r>
            <a:r>
              <a:rPr lang="fr-FR" sz="2200" b="1" i="0" u="none" strike="noStrike" cap="none" dirty="0" err="1">
                <a:solidFill>
                  <a:srgbClr val="6A3E3E"/>
                </a:solidFill>
                <a:highlight>
                  <a:srgbClr val="D4D4D4"/>
                </a:highlight>
                <a:latin typeface="Consolas"/>
                <a:ea typeface="Consolas"/>
                <a:cs typeface="Consolas"/>
                <a:sym typeface="Consolas"/>
              </a:rPr>
              <a:t>obj</a:t>
            </a:r>
            <a:r>
              <a:rPr lang="fr-FR" sz="2200" b="1" i="0" u="none" strike="noStrike" cap="none" dirty="0">
                <a:solidFill>
                  <a:srgbClr val="000000"/>
                </a:solidFill>
                <a:highlight>
                  <a:srgbClr val="D4D4D4"/>
                </a:highlight>
                <a:latin typeface="Consolas"/>
                <a:ea typeface="Consolas"/>
                <a:cs typeface="Consolas"/>
                <a:sym typeface="Consolas"/>
              </a:rPr>
              <a:t>; </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440"/>
              </a:spcBef>
              <a:spcAft>
                <a:spcPts val="0"/>
              </a:spcAft>
              <a:buClr>
                <a:srgbClr val="000000"/>
              </a:buClr>
              <a:buSzPts val="2200"/>
              <a:buFont typeface="Arial"/>
              <a:buNone/>
            </a:pPr>
            <a:r>
              <a:rPr lang="fr-FR" sz="2200" b="0" i="0" u="none" strike="noStrike" cap="none" dirty="0">
                <a:solidFill>
                  <a:srgbClr val="000000"/>
                </a:solidFill>
                <a:latin typeface="Consolas"/>
                <a:ea typeface="Consolas"/>
                <a:cs typeface="Consolas"/>
                <a:sym typeface="Consolas"/>
              </a:rPr>
              <a:t>}</a:t>
            </a:r>
            <a:endParaRPr sz="2000" b="0" i="0" u="none" strike="noStrike" cap="none" dirty="0">
              <a:solidFill>
                <a:schemeClr val="dk1"/>
              </a:solidFill>
              <a:latin typeface="Century Gothic"/>
              <a:ea typeface="Century Gothic"/>
              <a:cs typeface="Century Gothic"/>
              <a:sym typeface="Century Gothic"/>
            </a:endParaRPr>
          </a:p>
          <a:p>
            <a:pPr marL="342900" marR="0" lvl="0" indent="-203200" algn="l" rtl="0">
              <a:lnSpc>
                <a:spcPct val="100000"/>
              </a:lnSpc>
              <a:spcBef>
                <a:spcPts val="440"/>
              </a:spcBef>
              <a:spcAft>
                <a:spcPts val="0"/>
              </a:spcAft>
              <a:buClr>
                <a:schemeClr val="dk1"/>
              </a:buClr>
              <a:buSzPts val="2200"/>
              <a:buFont typeface="Arial"/>
              <a:buNone/>
            </a:pPr>
            <a:endParaRPr sz="2200" b="0" i="0" u="none" strike="noStrike" cap="none" dirty="0">
              <a:solidFill>
                <a:schemeClr val="dk1"/>
              </a:solidFill>
              <a:latin typeface="Century Gothic"/>
              <a:ea typeface="Century Gothic"/>
              <a:cs typeface="Century Gothic"/>
              <a:sym typeface="Century Gothic"/>
            </a:endParaRPr>
          </a:p>
        </p:txBody>
      </p:sp>
      <p:sp>
        <p:nvSpPr>
          <p:cNvPr id="176" name="Google Shape;176;p19"/>
          <p:cNvSpPr txBox="1">
            <a:spLocks noGrp="1"/>
          </p:cNvSpPr>
          <p:nvPr>
            <p:ph type="sldNum" idx="12"/>
          </p:nvPr>
        </p:nvSpPr>
        <p:spPr>
          <a:xfrm>
            <a:off x="9061476" y="7329489"/>
            <a:ext cx="1500198" cy="171714"/>
          </a:xfrm>
          <a:prstGeom prst="rect">
            <a:avLst/>
          </a:prstGeom>
          <a:noFill/>
          <a:ln>
            <a:noFill/>
          </a:ln>
        </p:spPr>
        <p:txBody>
          <a:bodyPr spcFirstLastPara="1" wrap="square" lIns="0" tIns="0" rIns="0" bIns="0" anchor="t" anchorCtr="0">
            <a:spAutoFit/>
          </a:bodyPr>
          <a:lstStyle/>
          <a:p>
            <a:pPr marL="186690" lvl="0" indent="0" algn="l" rtl="0">
              <a:lnSpc>
                <a:spcPct val="82812"/>
              </a:lnSpc>
              <a:spcBef>
                <a:spcPts val="0"/>
              </a:spcBef>
              <a:spcAft>
                <a:spcPts val="0"/>
              </a:spcAft>
              <a:buSzPts val="1600"/>
              <a:buNone/>
            </a:pPr>
            <a:fld id="{00000000-1234-1234-1234-123412341234}" type="slidenum">
              <a:rPr lang="fr-FR"/>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0"/>
          <p:cNvSpPr txBox="1"/>
          <p:nvPr/>
        </p:nvSpPr>
        <p:spPr>
          <a:xfrm>
            <a:off x="0" y="40897"/>
            <a:ext cx="10693400" cy="1018524"/>
          </a:xfrm>
          <a:prstGeom prst="rect">
            <a:avLst/>
          </a:prstGeom>
          <a:noFill/>
          <a:ln>
            <a:noFill/>
          </a:ln>
        </p:spPr>
        <p:txBody>
          <a:bodyPr spcFirstLastPara="1" wrap="square" lIns="0" tIns="520900" rIns="0" bIns="0" anchor="t" anchorCtr="0">
            <a:spAutoFit/>
          </a:bodyPr>
          <a:lstStyle/>
          <a:p>
            <a:pPr marL="12602" marR="0" lvl="0" indent="0" algn="ctr" rtl="0">
              <a:lnSpc>
                <a:spcPct val="100000"/>
              </a:lnSpc>
              <a:spcBef>
                <a:spcPts val="0"/>
              </a:spcBef>
              <a:spcAft>
                <a:spcPts val="0"/>
              </a:spcAft>
              <a:buClr>
                <a:srgbClr val="000000"/>
              </a:buClr>
              <a:buSzPts val="3200"/>
              <a:buFont typeface="Arial"/>
              <a:buNone/>
            </a:pPr>
            <a:r>
              <a:rPr lang="fr-FR" sz="3200" b="0" i="0" u="none" strike="noStrike" cap="none">
                <a:solidFill>
                  <a:schemeClr val="dk1"/>
                </a:solidFill>
                <a:latin typeface="Century Gothic"/>
                <a:ea typeface="Century Gothic"/>
                <a:cs typeface="Century Gothic"/>
                <a:sym typeface="Century Gothic"/>
              </a:rPr>
              <a:t>SPRING – AOP</a:t>
            </a:r>
            <a:endParaRPr sz="1400" b="0" i="0" u="none" strike="noStrike" cap="none">
              <a:solidFill>
                <a:srgbClr val="000000"/>
              </a:solidFill>
              <a:latin typeface="Arial"/>
              <a:ea typeface="Arial"/>
              <a:cs typeface="Arial"/>
              <a:sym typeface="Arial"/>
            </a:endParaRPr>
          </a:p>
        </p:txBody>
      </p:sp>
      <p:sp>
        <p:nvSpPr>
          <p:cNvPr id="183" name="Google Shape;183;p20"/>
          <p:cNvSpPr/>
          <p:nvPr/>
        </p:nvSpPr>
        <p:spPr>
          <a:xfrm>
            <a:off x="304801" y="1283393"/>
            <a:ext cx="10083800" cy="5943330"/>
          </a:xfrm>
          <a:prstGeom prst="rect">
            <a:avLst/>
          </a:prstGeom>
          <a:noFill/>
          <a:ln>
            <a:noFill/>
          </a:ln>
        </p:spPr>
        <p:txBody>
          <a:bodyPr spcFirstLastPara="1" wrap="square" lIns="100800" tIns="50400" rIns="100800" bIns="50400" anchor="t" anchorCtr="0">
            <a:normAutofit/>
          </a:bodyPr>
          <a:lstStyle/>
          <a:p>
            <a:pPr marL="742950" marR="0" lvl="1" indent="-285750" algn="l" rtl="0">
              <a:lnSpc>
                <a:spcPct val="100000"/>
              </a:lnSpc>
              <a:spcBef>
                <a:spcPts val="0"/>
              </a:spcBef>
              <a:spcAft>
                <a:spcPts val="0"/>
              </a:spcAft>
              <a:buClr>
                <a:schemeClr val="dk1"/>
              </a:buClr>
              <a:buSzPts val="3000"/>
              <a:buFont typeface="Arial"/>
              <a:buNone/>
            </a:pPr>
            <a:endParaRPr sz="3000" b="0" i="0" u="none" strike="noStrike" cap="none">
              <a:solidFill>
                <a:schemeClr val="dk1"/>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chemeClr val="dk1"/>
              </a:buClr>
              <a:buSzPts val="3000"/>
              <a:buFont typeface="Arial"/>
              <a:buNone/>
            </a:pPr>
            <a:endParaRPr sz="3000" b="0" i="0" u="none" strike="noStrike" cap="none">
              <a:solidFill>
                <a:srgbClr val="000000"/>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rgbClr val="000000"/>
              </a:buClr>
              <a:buSzPts val="3000"/>
              <a:buFont typeface="Arial"/>
              <a:buNone/>
            </a:pPr>
            <a:r>
              <a:rPr lang="fr-FR" sz="3000" b="0" i="0" u="none" strike="noStrike" cap="none">
                <a:solidFill>
                  <a:srgbClr val="000000"/>
                </a:solidFill>
                <a:latin typeface="Century Gothic"/>
                <a:ea typeface="Century Gothic"/>
                <a:cs typeface="Century Gothic"/>
                <a:sym typeface="Century Gothic"/>
              </a:rPr>
              <a:t>Si vous avez des questions, n’hésitez pas à nous contacter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3000"/>
              <a:buFont typeface="Arial"/>
              <a:buNone/>
            </a:pPr>
            <a:endParaRPr sz="3000" b="0" i="0" u="none" strike="noStrike" cap="none">
              <a:solidFill>
                <a:srgbClr val="000000"/>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chemeClr val="dk1"/>
              </a:buClr>
              <a:buSzPts val="3000"/>
              <a:buFont typeface="Arial"/>
              <a:buNone/>
            </a:pPr>
            <a:endParaRPr sz="3000" b="0" i="0" u="none" strike="noStrike" cap="none">
              <a:solidFill>
                <a:srgbClr val="000000"/>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rgbClr val="000000"/>
              </a:buClr>
              <a:buSzPts val="3000"/>
              <a:buFont typeface="Arial"/>
              <a:buNone/>
            </a:pPr>
            <a:r>
              <a:rPr lang="fr-FR" sz="3000" b="1" i="0" u="none" strike="noStrike" cap="none">
                <a:solidFill>
                  <a:srgbClr val="000000"/>
                </a:solidFill>
                <a:latin typeface="Century Gothic"/>
                <a:ea typeface="Century Gothic"/>
                <a:cs typeface="Century Gothic"/>
                <a:sym typeface="Century Gothic"/>
              </a:rPr>
              <a:t>Département Informatique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000"/>
              <a:buFont typeface="Arial"/>
              <a:buNone/>
            </a:pPr>
            <a:r>
              <a:rPr lang="fr-FR" sz="3000" b="1" i="0" u="none" strike="noStrike" cap="none">
                <a:solidFill>
                  <a:srgbClr val="000000"/>
                </a:solidFill>
                <a:latin typeface="Century Gothic"/>
                <a:ea typeface="Century Gothic"/>
                <a:cs typeface="Century Gothic"/>
                <a:sym typeface="Century Gothic"/>
              </a:rPr>
              <a:t>UP ASI</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3000"/>
              <a:buFont typeface="Arial"/>
              <a:buNone/>
            </a:pPr>
            <a:endParaRPr sz="3000" b="0" i="0" u="none" strike="noStrike" cap="none">
              <a:solidFill>
                <a:srgbClr val="000000"/>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Bureau E204  </a:t>
            </a:r>
            <a:endParaRPr sz="1400" b="0" i="0" u="none" strike="noStrike" cap="none">
              <a:solidFill>
                <a:srgbClr val="000000"/>
              </a:solidFill>
              <a:latin typeface="Arial"/>
              <a:ea typeface="Arial"/>
              <a:cs typeface="Arial"/>
              <a:sym typeface="Arial"/>
            </a:endParaRPr>
          </a:p>
        </p:txBody>
      </p:sp>
      <p:sp>
        <p:nvSpPr>
          <p:cNvPr id="184" name="Google Shape;184;p20"/>
          <p:cNvSpPr txBox="1">
            <a:spLocks noGrp="1"/>
          </p:cNvSpPr>
          <p:nvPr>
            <p:ph type="sldNum" idx="12"/>
          </p:nvPr>
        </p:nvSpPr>
        <p:spPr>
          <a:xfrm>
            <a:off x="9061476" y="7329489"/>
            <a:ext cx="1500198" cy="171714"/>
          </a:xfrm>
          <a:prstGeom prst="rect">
            <a:avLst/>
          </a:prstGeom>
          <a:noFill/>
          <a:ln>
            <a:noFill/>
          </a:ln>
        </p:spPr>
        <p:txBody>
          <a:bodyPr spcFirstLastPara="1" wrap="square" lIns="0" tIns="0" rIns="0" bIns="0" anchor="t" anchorCtr="0">
            <a:spAutoFit/>
          </a:bodyPr>
          <a:lstStyle/>
          <a:p>
            <a:pPr marL="186690" lvl="0" indent="0" algn="l" rtl="0">
              <a:lnSpc>
                <a:spcPct val="82812"/>
              </a:lnSpc>
              <a:spcBef>
                <a:spcPts val="0"/>
              </a:spcBef>
              <a:spcAft>
                <a:spcPts val="0"/>
              </a:spcAft>
              <a:buSzPts val="1600"/>
              <a:buNone/>
            </a:pPr>
            <a:fld id="{00000000-1234-1234-1234-123412341234}" type="slidenum">
              <a:rPr lang="fr-FR"/>
              <a:t>21</a:t>
            </a:fld>
            <a:endParaRPr/>
          </a:p>
        </p:txBody>
      </p:sp>
    </p:spTree>
  </p:cSld>
  <p:clrMapOvr>
    <a:masterClrMapping/>
  </p:clrMapOvr>
</p:sld>
</file>

<file path=ppt/theme/theme1.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1115</TotalTime>
  <Words>1431</Words>
  <Application>Microsoft Office PowerPoint</Application>
  <PresentationFormat>Personnalisé</PresentationFormat>
  <Paragraphs>244</Paragraphs>
  <Slides>21</Slides>
  <Notes>21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21</vt:i4>
      </vt:variant>
    </vt:vector>
  </HeadingPairs>
  <TitlesOfParts>
    <vt:vector size="27" baseType="lpstr">
      <vt:lpstr>Arial</vt:lpstr>
      <vt:lpstr>Calibri</vt:lpstr>
      <vt:lpstr>Century Gothic</vt:lpstr>
      <vt:lpstr>Consolas</vt:lpstr>
      <vt:lpstr>Arial Unicode MS</vt:lpstr>
      <vt:lpstr>2_Office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ad</dc:creator>
  <cp:lastModifiedBy>saadaoui skander</cp:lastModifiedBy>
  <cp:revision>6</cp:revision>
  <dcterms:created xsi:type="dcterms:W3CDTF">2016-10-15T13:19:30Z</dcterms:created>
  <dcterms:modified xsi:type="dcterms:W3CDTF">2024-07-09T09:28:02Z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2007-01-12T00:00:00Z</vt:filetime>
  </property>
  <property fmtid="{D5CDD505-2E9C-101B-9397-08002B2CF9AE}" pid="3" name="Creator">
    <vt:lpwstr>PScript5.dll Version 5.2</vt:lpwstr>
  </property>
  <property fmtid="{D5CDD505-2E9C-101B-9397-08002B2CF9AE}" pid="4" name="LastSaved">
    <vt:filetime>2016-10-15T00:00:00Z</vt:filetime>
  </property>
</Properties>
</file>